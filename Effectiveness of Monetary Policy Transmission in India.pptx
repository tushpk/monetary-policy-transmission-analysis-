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20" r:id="rId4"/>
    <p:sldMasterId id="2147483750" r:id="rId5"/>
  </p:sldMasterIdLst>
  <p:notesMasterIdLst>
    <p:notesMasterId r:id="rId35"/>
  </p:notesMasterIdLst>
  <p:handoutMasterIdLst>
    <p:handoutMasterId r:id="rId36"/>
  </p:handoutMasterIdLst>
  <p:sldIdLst>
    <p:sldId id="256" r:id="rId6"/>
    <p:sldId id="259" r:id="rId7"/>
    <p:sldId id="263" r:id="rId8"/>
    <p:sldId id="265" r:id="rId9"/>
    <p:sldId id="303" r:id="rId10"/>
    <p:sldId id="266" r:id="rId11"/>
    <p:sldId id="267" r:id="rId12"/>
    <p:sldId id="325" r:id="rId13"/>
    <p:sldId id="304" r:id="rId14"/>
    <p:sldId id="305" r:id="rId15"/>
    <p:sldId id="306" r:id="rId16"/>
    <p:sldId id="308" r:id="rId17"/>
    <p:sldId id="307" r:id="rId18"/>
    <p:sldId id="309" r:id="rId19"/>
    <p:sldId id="310" r:id="rId20"/>
    <p:sldId id="311" r:id="rId21"/>
    <p:sldId id="312" r:id="rId22"/>
    <p:sldId id="313" r:id="rId23"/>
    <p:sldId id="314" r:id="rId24"/>
    <p:sldId id="315" r:id="rId25"/>
    <p:sldId id="316" r:id="rId26"/>
    <p:sldId id="317" r:id="rId27"/>
    <p:sldId id="318" r:id="rId28"/>
    <p:sldId id="320" r:id="rId29"/>
    <p:sldId id="319" r:id="rId30"/>
    <p:sldId id="321" r:id="rId31"/>
    <p:sldId id="322" r:id="rId32"/>
    <p:sldId id="323" r:id="rId33"/>
    <p:sldId id="324" r:id="rId3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226" autoAdjust="0"/>
  </p:normalViewPr>
  <p:slideViewPr>
    <p:cSldViewPr snapToGrid="0">
      <p:cViewPr varScale="1">
        <p:scale>
          <a:sx n="85" d="100"/>
          <a:sy n="85" d="100"/>
        </p:scale>
        <p:origin x="590" y="-840"/>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99" d="100"/>
          <a:sy n="99" d="100"/>
        </p:scale>
        <p:origin x="3570"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viewProps" Target="viewProps.xml"/><Relationship Id="rId21" Type="http://schemas.openxmlformats.org/officeDocument/2006/relationships/slide" Target="slides/slide16.xml"/><Relationship Id="rId34" Type="http://schemas.openxmlformats.org/officeDocument/2006/relationships/slide" Target="slides/slide29.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handoutMaster" Target="handoutMasters/handout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notesMaster" Target="notesMasters/notesMaster1.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5B66E5-15AA-4745-8A67-3CE257BEE3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a:p>
        </p:txBody>
      </p:sp>
      <p:sp>
        <p:nvSpPr>
          <p:cNvPr id="4" name="Footer Placeholder 3">
            <a:extLst>
              <a:ext uri="{FF2B5EF4-FFF2-40B4-BE49-F238E27FC236}">
                <a16:creationId xmlns:a16="http://schemas.microsoft.com/office/drawing/2014/main" id="{AC844A45-21B3-834A-A491-E4E4B9DC117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a:p>
        </p:txBody>
      </p:sp>
      <p:sp>
        <p:nvSpPr>
          <p:cNvPr id="5" name="Slide Number Placeholder 4">
            <a:extLst>
              <a:ext uri="{FF2B5EF4-FFF2-40B4-BE49-F238E27FC236}">
                <a16:creationId xmlns:a16="http://schemas.microsoft.com/office/drawing/2014/main" id="{AC039FDB-18A0-074D-8BA3-A4C3DE896AF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E6D13E5-4CEC-3A4A-8E5D-AFCEE7512EEC}" type="slidenum">
              <a:rPr lang="en-GB" smtClean="0"/>
              <a:t>‹#›</a:t>
            </a:fld>
            <a:endParaRPr lang="en-GB"/>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CA15AE-E040-4F31-96C6-FD066D034FFB}" type="datetime1">
              <a:rPr lang="en-GB" smtClean="0"/>
              <a:pPr/>
              <a:t>16/12/2025</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GB"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noProof="0"/>
              <a:t>Click to edit Master text styles</a:t>
            </a:r>
          </a:p>
          <a:p>
            <a:pPr lvl="1" rtl="0"/>
            <a:r>
              <a:rPr lang="en-GB" noProof="0"/>
              <a:t>Second level</a:t>
            </a:r>
          </a:p>
          <a:p>
            <a:pPr lvl="2" rtl="0"/>
            <a:r>
              <a:rPr lang="en-GB" noProof="0"/>
              <a:t>Third level</a:t>
            </a:r>
          </a:p>
          <a:p>
            <a:pPr lvl="3" rtl="0"/>
            <a:r>
              <a:rPr lang="en-GB" noProof="0"/>
              <a:t>Quarter level</a:t>
            </a:r>
          </a:p>
          <a:p>
            <a:pPr lvl="4" rtl="0"/>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A89C7E07-3C67-C64C-8DA0-0404F6303970}" type="slidenum">
              <a:rPr lang="en-GB" noProof="0" smtClean="0"/>
              <a:t>‹#›</a:t>
            </a:fld>
            <a:endParaRPr lang="en-GB" noProof="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54"/>
        <p:cNvGrpSpPr/>
        <p:nvPr/>
      </p:nvGrpSpPr>
      <p:grpSpPr>
        <a:xfrm>
          <a:off x="0" y="0"/>
          <a:ext cx="0" cy="0"/>
          <a:chOff x="0" y="0"/>
          <a:chExt cx="0" cy="0"/>
        </a:xfrm>
      </p:grpSpPr>
      <p:sp>
        <p:nvSpPr>
          <p:cNvPr id="12855" name="Google Shape;12855;g2223e295f34_1_281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56" name="Google Shape;12856;g2223e295f34_1_28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950967" y="2038717"/>
            <a:ext cx="9226400" cy="26788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5067">
                <a:latin typeface="Poppins"/>
                <a:ea typeface="Poppins"/>
                <a:cs typeface="Poppins"/>
                <a:sym typeface="Poppins"/>
              </a:defRPr>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r>
              <a:rPr lang="en-GB"/>
              <a:t>Click to edit Master title style</a:t>
            </a:r>
            <a:endParaRPr/>
          </a:p>
        </p:txBody>
      </p:sp>
      <p:sp>
        <p:nvSpPr>
          <p:cNvPr id="10" name="Google Shape;10;p2"/>
          <p:cNvSpPr txBox="1">
            <a:spLocks noGrp="1"/>
          </p:cNvSpPr>
          <p:nvPr>
            <p:ph type="subTitle" idx="1"/>
          </p:nvPr>
        </p:nvSpPr>
        <p:spPr>
          <a:xfrm>
            <a:off x="950967" y="4961467"/>
            <a:ext cx="3077600" cy="978800"/>
          </a:xfrm>
          <a:prstGeom prst="rect">
            <a:avLst/>
          </a:prstGeom>
        </p:spPr>
        <p:txBody>
          <a:bodyPr spcFirstLastPara="1" wrap="square" lIns="91425" tIns="91425" rIns="91425" bIns="91425" anchor="t" anchorCtr="0">
            <a:noAutofit/>
          </a:bodyPr>
          <a:lstStyle>
            <a:lvl1pPr lvl="0">
              <a:spcBef>
                <a:spcPts val="0"/>
              </a:spcBef>
              <a:spcAft>
                <a:spcPts val="0"/>
              </a:spcAft>
              <a:buClr>
                <a:schemeClr val="dk1"/>
              </a:buClr>
              <a:buSzPts val="1400"/>
              <a:buNone/>
              <a:defRPr sz="2133">
                <a:solidFill>
                  <a:schemeClr val="dk1"/>
                </a:solidFill>
                <a:latin typeface="Albert Sans Medium"/>
                <a:ea typeface="Albert Sans Medium"/>
                <a:cs typeface="Albert Sans Medium"/>
                <a:sym typeface="Albert Sans Medium"/>
              </a:defRPr>
            </a:lvl1pPr>
            <a:lvl2pPr lvl="1" algn="ctr">
              <a:lnSpc>
                <a:spcPct val="100000"/>
              </a:lnSpc>
              <a:spcBef>
                <a:spcPts val="0"/>
              </a:spcBef>
              <a:spcAft>
                <a:spcPts val="0"/>
              </a:spcAft>
              <a:buClr>
                <a:schemeClr val="dk1"/>
              </a:buClr>
              <a:buSzPts val="1800"/>
              <a:buNone/>
              <a:defRPr sz="2400">
                <a:solidFill>
                  <a:schemeClr val="dk1"/>
                </a:solidFill>
              </a:defRPr>
            </a:lvl2pPr>
            <a:lvl3pPr lvl="2" algn="ctr">
              <a:lnSpc>
                <a:spcPct val="100000"/>
              </a:lnSpc>
              <a:spcBef>
                <a:spcPts val="0"/>
              </a:spcBef>
              <a:spcAft>
                <a:spcPts val="0"/>
              </a:spcAft>
              <a:buClr>
                <a:schemeClr val="dk1"/>
              </a:buClr>
              <a:buSzPts val="1800"/>
              <a:buNone/>
              <a:defRPr sz="2400">
                <a:solidFill>
                  <a:schemeClr val="dk1"/>
                </a:solidFill>
              </a:defRPr>
            </a:lvl3pPr>
            <a:lvl4pPr lvl="3" algn="ctr">
              <a:lnSpc>
                <a:spcPct val="100000"/>
              </a:lnSpc>
              <a:spcBef>
                <a:spcPts val="0"/>
              </a:spcBef>
              <a:spcAft>
                <a:spcPts val="0"/>
              </a:spcAft>
              <a:buClr>
                <a:schemeClr val="dk1"/>
              </a:buClr>
              <a:buSzPts val="1800"/>
              <a:buNone/>
              <a:defRPr sz="2400">
                <a:solidFill>
                  <a:schemeClr val="dk1"/>
                </a:solidFill>
              </a:defRPr>
            </a:lvl4pPr>
            <a:lvl5pPr lvl="4" algn="ctr">
              <a:lnSpc>
                <a:spcPct val="100000"/>
              </a:lnSpc>
              <a:spcBef>
                <a:spcPts val="0"/>
              </a:spcBef>
              <a:spcAft>
                <a:spcPts val="0"/>
              </a:spcAft>
              <a:buClr>
                <a:schemeClr val="dk1"/>
              </a:buClr>
              <a:buSzPts val="1800"/>
              <a:buNone/>
              <a:defRPr sz="2400">
                <a:solidFill>
                  <a:schemeClr val="dk1"/>
                </a:solidFill>
              </a:defRPr>
            </a:lvl5pPr>
            <a:lvl6pPr lvl="5" algn="ctr">
              <a:lnSpc>
                <a:spcPct val="100000"/>
              </a:lnSpc>
              <a:spcBef>
                <a:spcPts val="0"/>
              </a:spcBef>
              <a:spcAft>
                <a:spcPts val="0"/>
              </a:spcAft>
              <a:buClr>
                <a:schemeClr val="dk1"/>
              </a:buClr>
              <a:buSzPts val="1800"/>
              <a:buNone/>
              <a:defRPr sz="2400">
                <a:solidFill>
                  <a:schemeClr val="dk1"/>
                </a:solidFill>
              </a:defRPr>
            </a:lvl6pPr>
            <a:lvl7pPr lvl="6" algn="ctr">
              <a:lnSpc>
                <a:spcPct val="100000"/>
              </a:lnSpc>
              <a:spcBef>
                <a:spcPts val="0"/>
              </a:spcBef>
              <a:spcAft>
                <a:spcPts val="0"/>
              </a:spcAft>
              <a:buClr>
                <a:schemeClr val="dk1"/>
              </a:buClr>
              <a:buSzPts val="1800"/>
              <a:buNone/>
              <a:defRPr sz="2400">
                <a:solidFill>
                  <a:schemeClr val="dk1"/>
                </a:solidFill>
              </a:defRPr>
            </a:lvl7pPr>
            <a:lvl8pPr lvl="7" algn="ctr">
              <a:lnSpc>
                <a:spcPct val="100000"/>
              </a:lnSpc>
              <a:spcBef>
                <a:spcPts val="0"/>
              </a:spcBef>
              <a:spcAft>
                <a:spcPts val="0"/>
              </a:spcAft>
              <a:buClr>
                <a:schemeClr val="dk1"/>
              </a:buClr>
              <a:buSzPts val="1800"/>
              <a:buNone/>
              <a:defRPr sz="2400">
                <a:solidFill>
                  <a:schemeClr val="dk1"/>
                </a:solidFill>
              </a:defRPr>
            </a:lvl8pPr>
            <a:lvl9pPr lvl="8" algn="ctr">
              <a:lnSpc>
                <a:spcPct val="100000"/>
              </a:lnSpc>
              <a:spcBef>
                <a:spcPts val="0"/>
              </a:spcBef>
              <a:spcAft>
                <a:spcPts val="0"/>
              </a:spcAft>
              <a:buClr>
                <a:schemeClr val="dk1"/>
              </a:buClr>
              <a:buSzPts val="1800"/>
              <a:buNone/>
              <a:defRPr sz="2400">
                <a:solidFill>
                  <a:schemeClr val="dk1"/>
                </a:solidFill>
              </a:defRPr>
            </a:lvl9pPr>
          </a:lstStyle>
          <a:p>
            <a:r>
              <a:rPr lang="en-GB"/>
              <a:t>Click to edit Master subtitle style</a:t>
            </a:r>
            <a:endParaRPr/>
          </a:p>
        </p:txBody>
      </p:sp>
      <p:grpSp>
        <p:nvGrpSpPr>
          <p:cNvPr id="11" name="Google Shape;11;p2"/>
          <p:cNvGrpSpPr/>
          <p:nvPr/>
        </p:nvGrpSpPr>
        <p:grpSpPr>
          <a:xfrm>
            <a:off x="-515088" y="-1026506"/>
            <a:ext cx="12368365" cy="12235873"/>
            <a:chOff x="-386316" y="-769880"/>
            <a:chExt cx="9276274" cy="9176905"/>
          </a:xfrm>
        </p:grpSpPr>
        <p:sp>
          <p:nvSpPr>
            <p:cNvPr id="12" name="Google Shape;12;p2"/>
            <p:cNvSpPr/>
            <p:nvPr/>
          </p:nvSpPr>
          <p:spPr>
            <a:xfrm>
              <a:off x="7629958" y="3058625"/>
              <a:ext cx="1260000" cy="53484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sp>
          <p:nvSpPr>
            <p:cNvPr id="13" name="Google Shape;13;p2"/>
            <p:cNvSpPr/>
            <p:nvPr/>
          </p:nvSpPr>
          <p:spPr>
            <a:xfrm>
              <a:off x="6736200" y="3879112"/>
              <a:ext cx="1260000" cy="3707400"/>
            </a:xfrm>
            <a:prstGeom prst="roundRect">
              <a:avLst>
                <a:gd name="adj" fmla="val 50000"/>
              </a:avLst>
            </a:prstGeom>
            <a:solidFill>
              <a:srgbClr val="74CEC4">
                <a:alpha val="6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sp>
          <p:nvSpPr>
            <p:cNvPr id="14" name="Google Shape;14;p2"/>
            <p:cNvSpPr/>
            <p:nvPr/>
          </p:nvSpPr>
          <p:spPr>
            <a:xfrm rot="10800000">
              <a:off x="312387" y="-769880"/>
              <a:ext cx="677400" cy="18285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sp>
          <p:nvSpPr>
            <p:cNvPr id="15" name="Google Shape;15;p2"/>
            <p:cNvSpPr/>
            <p:nvPr/>
          </p:nvSpPr>
          <p:spPr>
            <a:xfrm rot="10800000">
              <a:off x="-38477" y="-27518"/>
              <a:ext cx="698700" cy="698700"/>
            </a:xfrm>
            <a:prstGeom prst="chord">
              <a:avLst>
                <a:gd name="adj1" fmla="val 5399387"/>
                <a:gd name="adj2" fmla="val 16200000"/>
              </a:avLst>
            </a:prstGeom>
            <a:solidFill>
              <a:srgbClr val="74CEC4">
                <a:alpha val="6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sp>
          <p:nvSpPr>
            <p:cNvPr id="16" name="Google Shape;16;p2"/>
            <p:cNvSpPr/>
            <p:nvPr/>
          </p:nvSpPr>
          <p:spPr>
            <a:xfrm rot="10800000">
              <a:off x="-386316" y="-27518"/>
              <a:ext cx="698700" cy="698700"/>
            </a:xfrm>
            <a:prstGeom prst="chord">
              <a:avLst>
                <a:gd name="adj1" fmla="val 5399387"/>
                <a:gd name="adj2" fmla="val 16200000"/>
              </a:avLst>
            </a:prstGeom>
            <a:solidFill>
              <a:srgbClr val="F2557A">
                <a:alpha val="5249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grpSp>
    </p:spTree>
    <p:extLst>
      <p:ext uri="{BB962C8B-B14F-4D97-AF65-F5344CB8AC3E}">
        <p14:creationId xmlns:p14="http://schemas.microsoft.com/office/powerpoint/2010/main" val="24035873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bg>
      <p:bgPr>
        <a:solidFill>
          <a:schemeClr val="dk1"/>
        </a:solidFill>
        <a:effectLst/>
      </p:bgPr>
    </p:bg>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950967" y="3029000"/>
            <a:ext cx="4424400" cy="11224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5067">
                <a:solidFill>
                  <a:schemeClr val="lt1"/>
                </a:solidFill>
              </a:defRPr>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r>
              <a:rPr lang="en-GB"/>
              <a:t>Click to edit Master title style</a:t>
            </a:r>
            <a:endParaRPr/>
          </a:p>
        </p:txBody>
      </p:sp>
      <p:sp>
        <p:nvSpPr>
          <p:cNvPr id="19" name="Google Shape;19;p3"/>
          <p:cNvSpPr txBox="1">
            <a:spLocks noGrp="1"/>
          </p:cNvSpPr>
          <p:nvPr>
            <p:ph type="title" idx="2" hasCustomPrompt="1"/>
          </p:nvPr>
        </p:nvSpPr>
        <p:spPr>
          <a:xfrm>
            <a:off x="950967" y="1690651"/>
            <a:ext cx="1765600" cy="11224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8000">
                <a:solidFill>
                  <a:schemeClr val="lt1"/>
                </a:solidFill>
              </a:defRPr>
            </a:lvl1pPr>
            <a:lvl2pPr lvl="1" algn="ctr" rtl="0">
              <a:spcBef>
                <a:spcPts val="0"/>
              </a:spcBef>
              <a:spcAft>
                <a:spcPts val="0"/>
              </a:spcAft>
              <a:buSzPts val="6000"/>
              <a:buNone/>
              <a:defRPr sz="8000"/>
            </a:lvl2pPr>
            <a:lvl3pPr lvl="2" algn="ctr" rtl="0">
              <a:spcBef>
                <a:spcPts val="0"/>
              </a:spcBef>
              <a:spcAft>
                <a:spcPts val="0"/>
              </a:spcAft>
              <a:buSzPts val="6000"/>
              <a:buNone/>
              <a:defRPr sz="8000"/>
            </a:lvl3pPr>
            <a:lvl4pPr lvl="3" algn="ctr" rtl="0">
              <a:spcBef>
                <a:spcPts val="0"/>
              </a:spcBef>
              <a:spcAft>
                <a:spcPts val="0"/>
              </a:spcAft>
              <a:buSzPts val="6000"/>
              <a:buNone/>
              <a:defRPr sz="8000"/>
            </a:lvl4pPr>
            <a:lvl5pPr lvl="4" algn="ctr" rtl="0">
              <a:spcBef>
                <a:spcPts val="0"/>
              </a:spcBef>
              <a:spcAft>
                <a:spcPts val="0"/>
              </a:spcAft>
              <a:buSzPts val="6000"/>
              <a:buNone/>
              <a:defRPr sz="8000"/>
            </a:lvl5pPr>
            <a:lvl6pPr lvl="5" algn="ctr" rtl="0">
              <a:spcBef>
                <a:spcPts val="0"/>
              </a:spcBef>
              <a:spcAft>
                <a:spcPts val="0"/>
              </a:spcAft>
              <a:buSzPts val="6000"/>
              <a:buNone/>
              <a:defRPr sz="8000"/>
            </a:lvl6pPr>
            <a:lvl7pPr lvl="6" algn="ctr" rtl="0">
              <a:spcBef>
                <a:spcPts val="0"/>
              </a:spcBef>
              <a:spcAft>
                <a:spcPts val="0"/>
              </a:spcAft>
              <a:buSzPts val="6000"/>
              <a:buNone/>
              <a:defRPr sz="8000"/>
            </a:lvl7pPr>
            <a:lvl8pPr lvl="7" algn="ctr" rtl="0">
              <a:spcBef>
                <a:spcPts val="0"/>
              </a:spcBef>
              <a:spcAft>
                <a:spcPts val="0"/>
              </a:spcAft>
              <a:buSzPts val="6000"/>
              <a:buNone/>
              <a:defRPr sz="8000"/>
            </a:lvl8pPr>
            <a:lvl9pPr lvl="8" algn="ctr" rtl="0">
              <a:spcBef>
                <a:spcPts val="0"/>
              </a:spcBef>
              <a:spcAft>
                <a:spcPts val="0"/>
              </a:spcAft>
              <a:buSzPts val="6000"/>
              <a:buNone/>
              <a:defRPr sz="8000"/>
            </a:lvl9pPr>
          </a:lstStyle>
          <a:p>
            <a:r>
              <a:t>xx%</a:t>
            </a:r>
          </a:p>
        </p:txBody>
      </p:sp>
      <p:sp>
        <p:nvSpPr>
          <p:cNvPr id="20" name="Google Shape;20;p3"/>
          <p:cNvSpPr txBox="1">
            <a:spLocks noGrp="1"/>
          </p:cNvSpPr>
          <p:nvPr>
            <p:ph type="subTitle" idx="1"/>
          </p:nvPr>
        </p:nvSpPr>
        <p:spPr>
          <a:xfrm>
            <a:off x="950967" y="4475100"/>
            <a:ext cx="4424400" cy="95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sz="2133">
                <a:solidFill>
                  <a:schemeClr val="lt1"/>
                </a:solidFill>
                <a:latin typeface="Albert Sans Medium"/>
                <a:ea typeface="Albert Sans Medium"/>
                <a:cs typeface="Albert Sans Medium"/>
                <a:sym typeface="Albert Sans Medium"/>
              </a:defRPr>
            </a:lvl1pPr>
            <a:lvl2pPr lvl="1" algn="ctr" rtl="0">
              <a:lnSpc>
                <a:spcPct val="100000"/>
              </a:lnSpc>
              <a:spcBef>
                <a:spcPts val="0"/>
              </a:spcBef>
              <a:spcAft>
                <a:spcPts val="0"/>
              </a:spcAft>
              <a:buClr>
                <a:schemeClr val="dk1"/>
              </a:buClr>
              <a:buSzPts val="1400"/>
              <a:buNone/>
              <a:defRPr>
                <a:solidFill>
                  <a:schemeClr val="dk1"/>
                </a:solidFill>
              </a:defRPr>
            </a:lvl2pPr>
            <a:lvl3pPr lvl="2" algn="ctr" rtl="0">
              <a:lnSpc>
                <a:spcPct val="100000"/>
              </a:lnSpc>
              <a:spcBef>
                <a:spcPts val="0"/>
              </a:spcBef>
              <a:spcAft>
                <a:spcPts val="0"/>
              </a:spcAft>
              <a:buClr>
                <a:schemeClr val="dk1"/>
              </a:buClr>
              <a:buSzPts val="1400"/>
              <a:buNone/>
              <a:defRPr>
                <a:solidFill>
                  <a:schemeClr val="dk1"/>
                </a:solidFill>
              </a:defRPr>
            </a:lvl3pPr>
            <a:lvl4pPr lvl="3" algn="ctr" rtl="0">
              <a:lnSpc>
                <a:spcPct val="100000"/>
              </a:lnSpc>
              <a:spcBef>
                <a:spcPts val="0"/>
              </a:spcBef>
              <a:spcAft>
                <a:spcPts val="0"/>
              </a:spcAft>
              <a:buClr>
                <a:schemeClr val="dk1"/>
              </a:buClr>
              <a:buSzPts val="1400"/>
              <a:buNone/>
              <a:defRPr>
                <a:solidFill>
                  <a:schemeClr val="dk1"/>
                </a:solidFill>
              </a:defRPr>
            </a:lvl4pPr>
            <a:lvl5pPr lvl="4" algn="ctr" rtl="0">
              <a:lnSpc>
                <a:spcPct val="100000"/>
              </a:lnSpc>
              <a:spcBef>
                <a:spcPts val="0"/>
              </a:spcBef>
              <a:spcAft>
                <a:spcPts val="0"/>
              </a:spcAft>
              <a:buClr>
                <a:schemeClr val="dk1"/>
              </a:buClr>
              <a:buSzPts val="1400"/>
              <a:buNone/>
              <a:defRPr>
                <a:solidFill>
                  <a:schemeClr val="dk1"/>
                </a:solidFill>
              </a:defRPr>
            </a:lvl5pPr>
            <a:lvl6pPr lvl="5" algn="ctr" rtl="0">
              <a:lnSpc>
                <a:spcPct val="100000"/>
              </a:lnSpc>
              <a:spcBef>
                <a:spcPts val="0"/>
              </a:spcBef>
              <a:spcAft>
                <a:spcPts val="0"/>
              </a:spcAft>
              <a:buClr>
                <a:schemeClr val="dk1"/>
              </a:buClr>
              <a:buSzPts val="1400"/>
              <a:buNone/>
              <a:defRPr>
                <a:solidFill>
                  <a:schemeClr val="dk1"/>
                </a:solidFill>
              </a:defRPr>
            </a:lvl6pPr>
            <a:lvl7pPr lvl="6" algn="ctr" rtl="0">
              <a:lnSpc>
                <a:spcPct val="100000"/>
              </a:lnSpc>
              <a:spcBef>
                <a:spcPts val="0"/>
              </a:spcBef>
              <a:spcAft>
                <a:spcPts val="0"/>
              </a:spcAft>
              <a:buClr>
                <a:schemeClr val="dk1"/>
              </a:buClr>
              <a:buSzPts val="1400"/>
              <a:buNone/>
              <a:defRPr>
                <a:solidFill>
                  <a:schemeClr val="dk1"/>
                </a:solidFill>
              </a:defRPr>
            </a:lvl7pPr>
            <a:lvl8pPr lvl="7" algn="ctr" rtl="0">
              <a:lnSpc>
                <a:spcPct val="100000"/>
              </a:lnSpc>
              <a:spcBef>
                <a:spcPts val="0"/>
              </a:spcBef>
              <a:spcAft>
                <a:spcPts val="0"/>
              </a:spcAft>
              <a:buClr>
                <a:schemeClr val="dk1"/>
              </a:buClr>
              <a:buSzPts val="1400"/>
              <a:buNone/>
              <a:defRPr>
                <a:solidFill>
                  <a:schemeClr val="dk1"/>
                </a:solidFill>
              </a:defRPr>
            </a:lvl8pPr>
            <a:lvl9pPr lvl="8" algn="ctr" rtl="0">
              <a:lnSpc>
                <a:spcPct val="100000"/>
              </a:lnSpc>
              <a:spcBef>
                <a:spcPts val="0"/>
              </a:spcBef>
              <a:spcAft>
                <a:spcPts val="0"/>
              </a:spcAft>
              <a:buClr>
                <a:schemeClr val="dk1"/>
              </a:buClr>
              <a:buSzPts val="1400"/>
              <a:buNone/>
              <a:defRPr>
                <a:solidFill>
                  <a:schemeClr val="dk1"/>
                </a:solidFill>
              </a:defRPr>
            </a:lvl9pPr>
          </a:lstStyle>
          <a:p>
            <a:r>
              <a:rPr lang="en-GB"/>
              <a:t>Click to edit Master subtitle style</a:t>
            </a:r>
            <a:endParaRPr/>
          </a:p>
        </p:txBody>
      </p:sp>
    </p:spTree>
    <p:extLst>
      <p:ext uri="{BB962C8B-B14F-4D97-AF65-F5344CB8AC3E}">
        <p14:creationId xmlns:p14="http://schemas.microsoft.com/office/powerpoint/2010/main" val="5618789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GB"/>
              <a:t>Click to edit Master title style</a:t>
            </a:r>
            <a:endParaRPr/>
          </a:p>
        </p:txBody>
      </p:sp>
      <p:sp>
        <p:nvSpPr>
          <p:cNvPr id="23" name="Google Shape;23;p4"/>
          <p:cNvSpPr txBox="1">
            <a:spLocks noGrp="1"/>
          </p:cNvSpPr>
          <p:nvPr>
            <p:ph type="body" idx="1"/>
          </p:nvPr>
        </p:nvSpPr>
        <p:spPr>
          <a:xfrm>
            <a:off x="960000" y="1621000"/>
            <a:ext cx="10272000" cy="43108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SzPts val="1400"/>
              <a:buChar char="●"/>
              <a:defRPr/>
            </a:lvl1pPr>
            <a:lvl2pPr marL="1219170" lvl="1" indent="-423323" rtl="0">
              <a:spcBef>
                <a:spcPts val="0"/>
              </a:spcBef>
              <a:spcAft>
                <a:spcPts val="0"/>
              </a:spcAft>
              <a:buSzPts val="1400"/>
              <a:buChar char="○"/>
              <a:defRPr/>
            </a:lvl2pPr>
            <a:lvl3pPr marL="1828754" lvl="2" indent="-423323" rtl="0">
              <a:lnSpc>
                <a:spcPct val="115000"/>
              </a:lnSpc>
              <a:spcBef>
                <a:spcPts val="0"/>
              </a:spcBef>
              <a:spcAft>
                <a:spcPts val="0"/>
              </a:spcAft>
              <a:buSzPts val="1400"/>
              <a:buChar char="■"/>
              <a:defRPr/>
            </a:lvl3pPr>
            <a:lvl4pPr marL="2438339" lvl="3" indent="-423323" rtl="0">
              <a:lnSpc>
                <a:spcPct val="115000"/>
              </a:lnSpc>
              <a:spcBef>
                <a:spcPts val="0"/>
              </a:spcBef>
              <a:spcAft>
                <a:spcPts val="0"/>
              </a:spcAft>
              <a:buSzPts val="1400"/>
              <a:buChar char="●"/>
              <a:defRPr/>
            </a:lvl4pPr>
            <a:lvl5pPr marL="3047924" lvl="4" indent="-423323" rtl="0">
              <a:lnSpc>
                <a:spcPct val="115000"/>
              </a:lnSpc>
              <a:spcBef>
                <a:spcPts val="0"/>
              </a:spcBef>
              <a:spcAft>
                <a:spcPts val="0"/>
              </a:spcAft>
              <a:buSzPts val="1400"/>
              <a:buChar char="○"/>
              <a:defRPr/>
            </a:lvl5pPr>
            <a:lvl6pPr marL="3657509" lvl="5" indent="-423323" rtl="0">
              <a:lnSpc>
                <a:spcPct val="115000"/>
              </a:lnSpc>
              <a:spcBef>
                <a:spcPts val="0"/>
              </a:spcBef>
              <a:spcAft>
                <a:spcPts val="0"/>
              </a:spcAft>
              <a:buSzPts val="1400"/>
              <a:buChar char="■"/>
              <a:defRPr/>
            </a:lvl6pPr>
            <a:lvl7pPr marL="4267093" lvl="6" indent="-423323" rtl="0">
              <a:lnSpc>
                <a:spcPct val="115000"/>
              </a:lnSpc>
              <a:spcBef>
                <a:spcPts val="0"/>
              </a:spcBef>
              <a:spcAft>
                <a:spcPts val="0"/>
              </a:spcAft>
              <a:buSzPts val="1400"/>
              <a:buChar char="●"/>
              <a:defRPr/>
            </a:lvl7pPr>
            <a:lvl8pPr marL="4876678" lvl="7" indent="-423323" rtl="0">
              <a:lnSpc>
                <a:spcPct val="115000"/>
              </a:lnSpc>
              <a:spcBef>
                <a:spcPts val="0"/>
              </a:spcBef>
              <a:spcAft>
                <a:spcPts val="0"/>
              </a:spcAft>
              <a:buSzPts val="1400"/>
              <a:buChar char="○"/>
              <a:defRPr/>
            </a:lvl8pPr>
            <a:lvl9pPr marL="5486263" lvl="8" indent="-423323" rtl="0">
              <a:lnSpc>
                <a:spcPct val="115000"/>
              </a:lnSpc>
              <a:spcBef>
                <a:spcPts val="0"/>
              </a:spcBef>
              <a:spcAft>
                <a:spcPts val="0"/>
              </a:spcAft>
              <a:buSzPts val="1400"/>
              <a:buChar char="■"/>
              <a:defRPr/>
            </a:lvl9pPr>
          </a:lstStyle>
          <a:p>
            <a:pPr lvl="0"/>
            <a:r>
              <a:rPr lang="en-GB"/>
              <a:t>Click to edit Master text styles</a:t>
            </a:r>
          </a:p>
        </p:txBody>
      </p:sp>
      <p:grpSp>
        <p:nvGrpSpPr>
          <p:cNvPr id="24" name="Google Shape;24;p4"/>
          <p:cNvGrpSpPr/>
          <p:nvPr/>
        </p:nvGrpSpPr>
        <p:grpSpPr>
          <a:xfrm>
            <a:off x="-484152" y="-915807"/>
            <a:ext cx="13113731" cy="8154373"/>
            <a:chOff x="-363114" y="-686855"/>
            <a:chExt cx="9835298" cy="6115780"/>
          </a:xfrm>
        </p:grpSpPr>
        <p:sp>
          <p:nvSpPr>
            <p:cNvPr id="25" name="Google Shape;25;p4"/>
            <p:cNvSpPr/>
            <p:nvPr/>
          </p:nvSpPr>
          <p:spPr>
            <a:xfrm flipH="1">
              <a:off x="8812484" y="4331375"/>
              <a:ext cx="277200" cy="277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sp>
          <p:nvSpPr>
            <p:cNvPr id="26" name="Google Shape;26;p4"/>
            <p:cNvSpPr/>
            <p:nvPr/>
          </p:nvSpPr>
          <p:spPr>
            <a:xfrm rot="10800000" flipH="1">
              <a:off x="-173878" y="-686855"/>
              <a:ext cx="677400" cy="1828500"/>
            </a:xfrm>
            <a:prstGeom prst="roundRect">
              <a:avLst>
                <a:gd name="adj" fmla="val 50000"/>
              </a:avLst>
            </a:prstGeom>
            <a:solidFill>
              <a:srgbClr val="74CEC4">
                <a:alpha val="6063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sp>
          <p:nvSpPr>
            <p:cNvPr id="27" name="Google Shape;27;p4"/>
            <p:cNvSpPr/>
            <p:nvPr/>
          </p:nvSpPr>
          <p:spPr>
            <a:xfrm flipH="1">
              <a:off x="-363114" y="781582"/>
              <a:ext cx="698700" cy="698700"/>
            </a:xfrm>
            <a:prstGeom prst="chord">
              <a:avLst>
                <a:gd name="adj1" fmla="val 5399387"/>
                <a:gd name="adj2" fmla="val 1620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sp>
          <p:nvSpPr>
            <p:cNvPr id="28" name="Google Shape;28;p4"/>
            <p:cNvSpPr/>
            <p:nvPr/>
          </p:nvSpPr>
          <p:spPr>
            <a:xfrm flipH="1">
              <a:off x="8812484" y="4769225"/>
              <a:ext cx="659700" cy="659700"/>
            </a:xfrm>
            <a:prstGeom prst="ellipse">
              <a:avLst/>
            </a:prstGeom>
            <a:solidFill>
              <a:srgbClr val="F2557A">
                <a:alpha val="6563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grpSp>
    </p:spTree>
    <p:extLst>
      <p:ext uri="{BB962C8B-B14F-4D97-AF65-F5344CB8AC3E}">
        <p14:creationId xmlns:p14="http://schemas.microsoft.com/office/powerpoint/2010/main" val="3044384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GB"/>
              <a:t>Click to edit Master title style</a:t>
            </a:r>
            <a:endParaRPr/>
          </a:p>
        </p:txBody>
      </p:sp>
      <p:sp>
        <p:nvSpPr>
          <p:cNvPr id="31" name="Google Shape;31;p5"/>
          <p:cNvSpPr txBox="1">
            <a:spLocks noGrp="1"/>
          </p:cNvSpPr>
          <p:nvPr>
            <p:ph type="subTitle" idx="1"/>
          </p:nvPr>
        </p:nvSpPr>
        <p:spPr>
          <a:xfrm>
            <a:off x="960000" y="4741200"/>
            <a:ext cx="10272000" cy="12376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Char char="●"/>
              <a:defRPr sz="1867" b="0"/>
            </a:lvl1pPr>
            <a:lvl2pPr lvl="1" algn="ctr" rtl="0">
              <a:lnSpc>
                <a:spcPct val="115000"/>
              </a:lnSpc>
              <a:spcBef>
                <a:spcPts val="0"/>
              </a:spcBef>
              <a:spcAft>
                <a:spcPts val="0"/>
              </a:spcAft>
              <a:buSzPts val="2800"/>
              <a:buChar char="○"/>
              <a:defRPr sz="3733"/>
            </a:lvl2pPr>
            <a:lvl3pPr lvl="2" algn="ctr" rtl="0">
              <a:lnSpc>
                <a:spcPct val="115000"/>
              </a:lnSpc>
              <a:spcBef>
                <a:spcPts val="0"/>
              </a:spcBef>
              <a:spcAft>
                <a:spcPts val="0"/>
              </a:spcAft>
              <a:buSzPts val="2800"/>
              <a:buChar char="■"/>
              <a:defRPr sz="3733"/>
            </a:lvl3pPr>
            <a:lvl4pPr lvl="3" algn="ctr" rtl="0">
              <a:lnSpc>
                <a:spcPct val="115000"/>
              </a:lnSpc>
              <a:spcBef>
                <a:spcPts val="0"/>
              </a:spcBef>
              <a:spcAft>
                <a:spcPts val="0"/>
              </a:spcAft>
              <a:buSzPts val="2800"/>
              <a:buChar char="●"/>
              <a:defRPr sz="3733"/>
            </a:lvl4pPr>
            <a:lvl5pPr lvl="4" algn="ctr" rtl="0">
              <a:lnSpc>
                <a:spcPct val="115000"/>
              </a:lnSpc>
              <a:spcBef>
                <a:spcPts val="0"/>
              </a:spcBef>
              <a:spcAft>
                <a:spcPts val="0"/>
              </a:spcAft>
              <a:buSzPts val="2800"/>
              <a:buChar char="○"/>
              <a:defRPr sz="3733"/>
            </a:lvl5pPr>
            <a:lvl6pPr lvl="5" algn="ctr" rtl="0">
              <a:lnSpc>
                <a:spcPct val="115000"/>
              </a:lnSpc>
              <a:spcBef>
                <a:spcPts val="0"/>
              </a:spcBef>
              <a:spcAft>
                <a:spcPts val="0"/>
              </a:spcAft>
              <a:buSzPts val="2800"/>
              <a:buChar char="■"/>
              <a:defRPr sz="3733"/>
            </a:lvl6pPr>
            <a:lvl7pPr lvl="6" algn="ctr" rtl="0">
              <a:lnSpc>
                <a:spcPct val="115000"/>
              </a:lnSpc>
              <a:spcBef>
                <a:spcPts val="0"/>
              </a:spcBef>
              <a:spcAft>
                <a:spcPts val="0"/>
              </a:spcAft>
              <a:buSzPts val="2800"/>
              <a:buChar char="●"/>
              <a:defRPr sz="3733"/>
            </a:lvl7pPr>
            <a:lvl8pPr lvl="7" algn="ctr" rtl="0">
              <a:lnSpc>
                <a:spcPct val="115000"/>
              </a:lnSpc>
              <a:spcBef>
                <a:spcPts val="0"/>
              </a:spcBef>
              <a:spcAft>
                <a:spcPts val="0"/>
              </a:spcAft>
              <a:buSzPts val="2800"/>
              <a:buChar char="○"/>
              <a:defRPr sz="3733"/>
            </a:lvl8pPr>
            <a:lvl9pPr lvl="8" algn="ctr" rtl="0">
              <a:lnSpc>
                <a:spcPct val="115000"/>
              </a:lnSpc>
              <a:spcBef>
                <a:spcPts val="0"/>
              </a:spcBef>
              <a:spcAft>
                <a:spcPts val="0"/>
              </a:spcAft>
              <a:buSzPts val="2800"/>
              <a:buChar char="■"/>
              <a:defRPr sz="3733"/>
            </a:lvl9pPr>
          </a:lstStyle>
          <a:p>
            <a:r>
              <a:rPr lang="en-GB"/>
              <a:t>Click to edit Master subtitle style</a:t>
            </a:r>
            <a:endParaRPr/>
          </a:p>
        </p:txBody>
      </p:sp>
      <p:sp>
        <p:nvSpPr>
          <p:cNvPr id="32" name="Google Shape;32;p5"/>
          <p:cNvSpPr txBox="1">
            <a:spLocks noGrp="1"/>
          </p:cNvSpPr>
          <p:nvPr>
            <p:ph type="subTitle" idx="2"/>
          </p:nvPr>
        </p:nvSpPr>
        <p:spPr>
          <a:xfrm>
            <a:off x="960000" y="2518267"/>
            <a:ext cx="10272000" cy="12376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Char char="●"/>
              <a:defRPr sz="1867" b="0"/>
            </a:lvl1pPr>
            <a:lvl2pPr lvl="1" algn="ctr" rtl="0">
              <a:lnSpc>
                <a:spcPct val="115000"/>
              </a:lnSpc>
              <a:spcBef>
                <a:spcPts val="0"/>
              </a:spcBef>
              <a:spcAft>
                <a:spcPts val="0"/>
              </a:spcAft>
              <a:buSzPts val="1400"/>
              <a:buChar char="○"/>
              <a:defRPr sz="3733"/>
            </a:lvl2pPr>
            <a:lvl3pPr lvl="2" algn="ctr" rtl="0">
              <a:lnSpc>
                <a:spcPct val="115000"/>
              </a:lnSpc>
              <a:spcBef>
                <a:spcPts val="0"/>
              </a:spcBef>
              <a:spcAft>
                <a:spcPts val="0"/>
              </a:spcAft>
              <a:buSzPts val="1400"/>
              <a:buChar char="■"/>
              <a:defRPr sz="3733"/>
            </a:lvl3pPr>
            <a:lvl4pPr lvl="3" algn="ctr" rtl="0">
              <a:lnSpc>
                <a:spcPct val="115000"/>
              </a:lnSpc>
              <a:spcBef>
                <a:spcPts val="0"/>
              </a:spcBef>
              <a:spcAft>
                <a:spcPts val="0"/>
              </a:spcAft>
              <a:buSzPts val="1400"/>
              <a:buChar char="●"/>
              <a:defRPr sz="3733"/>
            </a:lvl4pPr>
            <a:lvl5pPr lvl="4" algn="ctr" rtl="0">
              <a:lnSpc>
                <a:spcPct val="115000"/>
              </a:lnSpc>
              <a:spcBef>
                <a:spcPts val="0"/>
              </a:spcBef>
              <a:spcAft>
                <a:spcPts val="0"/>
              </a:spcAft>
              <a:buSzPts val="1400"/>
              <a:buChar char="○"/>
              <a:defRPr sz="3733"/>
            </a:lvl5pPr>
            <a:lvl6pPr lvl="5" algn="ctr" rtl="0">
              <a:lnSpc>
                <a:spcPct val="115000"/>
              </a:lnSpc>
              <a:spcBef>
                <a:spcPts val="0"/>
              </a:spcBef>
              <a:spcAft>
                <a:spcPts val="0"/>
              </a:spcAft>
              <a:buSzPts val="1400"/>
              <a:buChar char="■"/>
              <a:defRPr sz="3733"/>
            </a:lvl6pPr>
            <a:lvl7pPr lvl="6" algn="ctr" rtl="0">
              <a:lnSpc>
                <a:spcPct val="115000"/>
              </a:lnSpc>
              <a:spcBef>
                <a:spcPts val="0"/>
              </a:spcBef>
              <a:spcAft>
                <a:spcPts val="0"/>
              </a:spcAft>
              <a:buSzPts val="1400"/>
              <a:buChar char="●"/>
              <a:defRPr sz="3733"/>
            </a:lvl7pPr>
            <a:lvl8pPr lvl="7" algn="ctr" rtl="0">
              <a:lnSpc>
                <a:spcPct val="115000"/>
              </a:lnSpc>
              <a:spcBef>
                <a:spcPts val="0"/>
              </a:spcBef>
              <a:spcAft>
                <a:spcPts val="0"/>
              </a:spcAft>
              <a:buSzPts val="1400"/>
              <a:buChar char="○"/>
              <a:defRPr sz="3733"/>
            </a:lvl8pPr>
            <a:lvl9pPr lvl="8" algn="ctr" rtl="0">
              <a:lnSpc>
                <a:spcPct val="115000"/>
              </a:lnSpc>
              <a:spcBef>
                <a:spcPts val="0"/>
              </a:spcBef>
              <a:spcAft>
                <a:spcPts val="0"/>
              </a:spcAft>
              <a:buSzPts val="1400"/>
              <a:buChar char="■"/>
              <a:defRPr sz="3733"/>
            </a:lvl9pPr>
          </a:lstStyle>
          <a:p>
            <a:r>
              <a:rPr lang="en-GB"/>
              <a:t>Click to edit Master subtitle style</a:t>
            </a:r>
            <a:endParaRPr/>
          </a:p>
        </p:txBody>
      </p:sp>
      <p:sp>
        <p:nvSpPr>
          <p:cNvPr id="33" name="Google Shape;33;p5"/>
          <p:cNvSpPr txBox="1">
            <a:spLocks noGrp="1"/>
          </p:cNvSpPr>
          <p:nvPr>
            <p:ph type="subTitle" idx="3"/>
          </p:nvPr>
        </p:nvSpPr>
        <p:spPr>
          <a:xfrm>
            <a:off x="960000" y="1850267"/>
            <a:ext cx="10272000" cy="668000"/>
          </a:xfrm>
          <a:prstGeom prst="rect">
            <a:avLst/>
          </a:prstGeom>
        </p:spPr>
        <p:txBody>
          <a:bodyPr spcFirstLastPara="1" wrap="square" lIns="91425" tIns="91425" rIns="91425" bIns="91425" anchor="b" anchorCtr="0">
            <a:noAutofit/>
          </a:bodyPr>
          <a:lstStyle>
            <a:lvl1pPr lvl="0">
              <a:lnSpc>
                <a:spcPct val="115000"/>
              </a:lnSpc>
              <a:spcBef>
                <a:spcPts val="0"/>
              </a:spcBef>
              <a:spcAft>
                <a:spcPts val="0"/>
              </a:spcAft>
              <a:buSzPts val="2400"/>
              <a:buFont typeface="DM Sans"/>
              <a:buNone/>
              <a:defRPr sz="2667" b="1">
                <a:latin typeface="Poppins"/>
                <a:ea typeface="Poppins"/>
                <a:cs typeface="Poppins"/>
                <a:sym typeface="Poppins"/>
              </a:defRPr>
            </a:lvl1pPr>
            <a:lvl2pPr lvl="1">
              <a:lnSpc>
                <a:spcPct val="115000"/>
              </a:lnSpc>
              <a:spcBef>
                <a:spcPts val="0"/>
              </a:spcBef>
              <a:spcAft>
                <a:spcPts val="0"/>
              </a:spcAft>
              <a:buSzPts val="1400"/>
              <a:buFont typeface="DM Sans"/>
              <a:buNone/>
              <a:defRPr b="1">
                <a:latin typeface="DM Sans"/>
                <a:ea typeface="DM Sans"/>
                <a:cs typeface="DM Sans"/>
                <a:sym typeface="DM Sans"/>
              </a:defRPr>
            </a:lvl2pPr>
            <a:lvl3pPr lvl="2">
              <a:lnSpc>
                <a:spcPct val="115000"/>
              </a:lnSpc>
              <a:spcBef>
                <a:spcPts val="0"/>
              </a:spcBef>
              <a:spcAft>
                <a:spcPts val="0"/>
              </a:spcAft>
              <a:buSzPts val="1400"/>
              <a:buFont typeface="DM Sans"/>
              <a:buNone/>
              <a:defRPr b="1">
                <a:latin typeface="DM Sans"/>
                <a:ea typeface="DM Sans"/>
                <a:cs typeface="DM Sans"/>
                <a:sym typeface="DM Sans"/>
              </a:defRPr>
            </a:lvl3pPr>
            <a:lvl4pPr lvl="3">
              <a:lnSpc>
                <a:spcPct val="115000"/>
              </a:lnSpc>
              <a:spcBef>
                <a:spcPts val="0"/>
              </a:spcBef>
              <a:spcAft>
                <a:spcPts val="0"/>
              </a:spcAft>
              <a:buSzPts val="1400"/>
              <a:buFont typeface="DM Sans"/>
              <a:buNone/>
              <a:defRPr b="1">
                <a:latin typeface="DM Sans"/>
                <a:ea typeface="DM Sans"/>
                <a:cs typeface="DM Sans"/>
                <a:sym typeface="DM Sans"/>
              </a:defRPr>
            </a:lvl4pPr>
            <a:lvl5pPr lvl="4">
              <a:lnSpc>
                <a:spcPct val="115000"/>
              </a:lnSpc>
              <a:spcBef>
                <a:spcPts val="0"/>
              </a:spcBef>
              <a:spcAft>
                <a:spcPts val="0"/>
              </a:spcAft>
              <a:buSzPts val="1400"/>
              <a:buFont typeface="DM Sans"/>
              <a:buNone/>
              <a:defRPr b="1">
                <a:latin typeface="DM Sans"/>
                <a:ea typeface="DM Sans"/>
                <a:cs typeface="DM Sans"/>
                <a:sym typeface="DM Sans"/>
              </a:defRPr>
            </a:lvl5pPr>
            <a:lvl6pPr lvl="5">
              <a:lnSpc>
                <a:spcPct val="115000"/>
              </a:lnSpc>
              <a:spcBef>
                <a:spcPts val="0"/>
              </a:spcBef>
              <a:spcAft>
                <a:spcPts val="0"/>
              </a:spcAft>
              <a:buSzPts val="1400"/>
              <a:buFont typeface="DM Sans"/>
              <a:buNone/>
              <a:defRPr b="1">
                <a:latin typeface="DM Sans"/>
                <a:ea typeface="DM Sans"/>
                <a:cs typeface="DM Sans"/>
                <a:sym typeface="DM Sans"/>
              </a:defRPr>
            </a:lvl6pPr>
            <a:lvl7pPr lvl="6">
              <a:lnSpc>
                <a:spcPct val="115000"/>
              </a:lnSpc>
              <a:spcBef>
                <a:spcPts val="0"/>
              </a:spcBef>
              <a:spcAft>
                <a:spcPts val="0"/>
              </a:spcAft>
              <a:buSzPts val="1400"/>
              <a:buFont typeface="DM Sans"/>
              <a:buNone/>
              <a:defRPr b="1">
                <a:latin typeface="DM Sans"/>
                <a:ea typeface="DM Sans"/>
                <a:cs typeface="DM Sans"/>
                <a:sym typeface="DM Sans"/>
              </a:defRPr>
            </a:lvl7pPr>
            <a:lvl8pPr lvl="7">
              <a:lnSpc>
                <a:spcPct val="115000"/>
              </a:lnSpc>
              <a:spcBef>
                <a:spcPts val="0"/>
              </a:spcBef>
              <a:spcAft>
                <a:spcPts val="0"/>
              </a:spcAft>
              <a:buSzPts val="1400"/>
              <a:buFont typeface="DM Sans"/>
              <a:buNone/>
              <a:defRPr b="1">
                <a:latin typeface="DM Sans"/>
                <a:ea typeface="DM Sans"/>
                <a:cs typeface="DM Sans"/>
                <a:sym typeface="DM Sans"/>
              </a:defRPr>
            </a:lvl8pPr>
            <a:lvl9pPr lvl="8">
              <a:lnSpc>
                <a:spcPct val="115000"/>
              </a:lnSpc>
              <a:spcBef>
                <a:spcPts val="0"/>
              </a:spcBef>
              <a:spcAft>
                <a:spcPts val="0"/>
              </a:spcAft>
              <a:buSzPts val="1400"/>
              <a:buFont typeface="DM Sans"/>
              <a:buNone/>
              <a:defRPr b="1">
                <a:latin typeface="DM Sans"/>
                <a:ea typeface="DM Sans"/>
                <a:cs typeface="DM Sans"/>
                <a:sym typeface="DM Sans"/>
              </a:defRPr>
            </a:lvl9pPr>
          </a:lstStyle>
          <a:p>
            <a:r>
              <a:rPr lang="en-GB"/>
              <a:t>Click to edit Master subtitle style</a:t>
            </a:r>
            <a:endParaRPr/>
          </a:p>
        </p:txBody>
      </p:sp>
      <p:sp>
        <p:nvSpPr>
          <p:cNvPr id="34" name="Google Shape;34;p5"/>
          <p:cNvSpPr txBox="1">
            <a:spLocks noGrp="1"/>
          </p:cNvSpPr>
          <p:nvPr>
            <p:ph type="subTitle" idx="4"/>
          </p:nvPr>
        </p:nvSpPr>
        <p:spPr>
          <a:xfrm>
            <a:off x="960000" y="4073267"/>
            <a:ext cx="10272000" cy="6680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DM Sans"/>
              <a:buNone/>
              <a:defRPr sz="2667" b="1">
                <a:latin typeface="Poppins"/>
                <a:ea typeface="Poppins"/>
                <a:cs typeface="Poppins"/>
                <a:sym typeface="Poppins"/>
              </a:defRPr>
            </a:lvl1pPr>
            <a:lvl2pPr lvl="1" rtl="0">
              <a:lnSpc>
                <a:spcPct val="115000"/>
              </a:lnSpc>
              <a:spcBef>
                <a:spcPts val="0"/>
              </a:spcBef>
              <a:spcAft>
                <a:spcPts val="0"/>
              </a:spcAft>
              <a:buSzPts val="1400"/>
              <a:buFont typeface="DM Sans"/>
              <a:buNone/>
              <a:defRPr b="1">
                <a:latin typeface="DM Sans"/>
                <a:ea typeface="DM Sans"/>
                <a:cs typeface="DM Sans"/>
                <a:sym typeface="DM Sans"/>
              </a:defRPr>
            </a:lvl2pPr>
            <a:lvl3pPr lvl="2" rtl="0">
              <a:lnSpc>
                <a:spcPct val="115000"/>
              </a:lnSpc>
              <a:spcBef>
                <a:spcPts val="0"/>
              </a:spcBef>
              <a:spcAft>
                <a:spcPts val="0"/>
              </a:spcAft>
              <a:buSzPts val="1400"/>
              <a:buFont typeface="DM Sans"/>
              <a:buNone/>
              <a:defRPr b="1">
                <a:latin typeface="DM Sans"/>
                <a:ea typeface="DM Sans"/>
                <a:cs typeface="DM Sans"/>
                <a:sym typeface="DM Sans"/>
              </a:defRPr>
            </a:lvl3pPr>
            <a:lvl4pPr lvl="3" rtl="0">
              <a:lnSpc>
                <a:spcPct val="115000"/>
              </a:lnSpc>
              <a:spcBef>
                <a:spcPts val="0"/>
              </a:spcBef>
              <a:spcAft>
                <a:spcPts val="0"/>
              </a:spcAft>
              <a:buSzPts val="1400"/>
              <a:buFont typeface="DM Sans"/>
              <a:buNone/>
              <a:defRPr b="1">
                <a:latin typeface="DM Sans"/>
                <a:ea typeface="DM Sans"/>
                <a:cs typeface="DM Sans"/>
                <a:sym typeface="DM Sans"/>
              </a:defRPr>
            </a:lvl4pPr>
            <a:lvl5pPr lvl="4" rtl="0">
              <a:lnSpc>
                <a:spcPct val="115000"/>
              </a:lnSpc>
              <a:spcBef>
                <a:spcPts val="0"/>
              </a:spcBef>
              <a:spcAft>
                <a:spcPts val="0"/>
              </a:spcAft>
              <a:buSzPts val="1400"/>
              <a:buFont typeface="DM Sans"/>
              <a:buNone/>
              <a:defRPr b="1">
                <a:latin typeface="DM Sans"/>
                <a:ea typeface="DM Sans"/>
                <a:cs typeface="DM Sans"/>
                <a:sym typeface="DM Sans"/>
              </a:defRPr>
            </a:lvl5pPr>
            <a:lvl6pPr lvl="5" rtl="0">
              <a:lnSpc>
                <a:spcPct val="115000"/>
              </a:lnSpc>
              <a:spcBef>
                <a:spcPts val="0"/>
              </a:spcBef>
              <a:spcAft>
                <a:spcPts val="0"/>
              </a:spcAft>
              <a:buSzPts val="1400"/>
              <a:buFont typeface="DM Sans"/>
              <a:buNone/>
              <a:defRPr b="1">
                <a:latin typeface="DM Sans"/>
                <a:ea typeface="DM Sans"/>
                <a:cs typeface="DM Sans"/>
                <a:sym typeface="DM Sans"/>
              </a:defRPr>
            </a:lvl6pPr>
            <a:lvl7pPr lvl="6" rtl="0">
              <a:lnSpc>
                <a:spcPct val="115000"/>
              </a:lnSpc>
              <a:spcBef>
                <a:spcPts val="0"/>
              </a:spcBef>
              <a:spcAft>
                <a:spcPts val="0"/>
              </a:spcAft>
              <a:buSzPts val="1400"/>
              <a:buFont typeface="DM Sans"/>
              <a:buNone/>
              <a:defRPr b="1">
                <a:latin typeface="DM Sans"/>
                <a:ea typeface="DM Sans"/>
                <a:cs typeface="DM Sans"/>
                <a:sym typeface="DM Sans"/>
              </a:defRPr>
            </a:lvl7pPr>
            <a:lvl8pPr lvl="7" rtl="0">
              <a:lnSpc>
                <a:spcPct val="115000"/>
              </a:lnSpc>
              <a:spcBef>
                <a:spcPts val="0"/>
              </a:spcBef>
              <a:spcAft>
                <a:spcPts val="0"/>
              </a:spcAft>
              <a:buSzPts val="1400"/>
              <a:buFont typeface="DM Sans"/>
              <a:buNone/>
              <a:defRPr b="1">
                <a:latin typeface="DM Sans"/>
                <a:ea typeface="DM Sans"/>
                <a:cs typeface="DM Sans"/>
                <a:sym typeface="DM Sans"/>
              </a:defRPr>
            </a:lvl8pPr>
            <a:lvl9pPr lvl="8" rtl="0">
              <a:lnSpc>
                <a:spcPct val="115000"/>
              </a:lnSpc>
              <a:spcBef>
                <a:spcPts val="0"/>
              </a:spcBef>
              <a:spcAft>
                <a:spcPts val="0"/>
              </a:spcAft>
              <a:buSzPts val="1400"/>
              <a:buFont typeface="DM Sans"/>
              <a:buNone/>
              <a:defRPr b="1">
                <a:latin typeface="DM Sans"/>
                <a:ea typeface="DM Sans"/>
                <a:cs typeface="DM Sans"/>
                <a:sym typeface="DM Sans"/>
              </a:defRPr>
            </a:lvl9pPr>
          </a:lstStyle>
          <a:p>
            <a:r>
              <a:rPr lang="en-GB"/>
              <a:t>Click to edit Master subtitle style</a:t>
            </a:r>
            <a:endParaRPr/>
          </a:p>
        </p:txBody>
      </p:sp>
      <p:grpSp>
        <p:nvGrpSpPr>
          <p:cNvPr id="35" name="Google Shape;35;p5"/>
          <p:cNvGrpSpPr/>
          <p:nvPr/>
        </p:nvGrpSpPr>
        <p:grpSpPr>
          <a:xfrm flipH="1">
            <a:off x="-382552" y="-915806"/>
            <a:ext cx="13113731" cy="3026807"/>
            <a:chOff x="-363114" y="-686855"/>
            <a:chExt cx="9835298" cy="2270105"/>
          </a:xfrm>
        </p:grpSpPr>
        <p:sp>
          <p:nvSpPr>
            <p:cNvPr id="36" name="Google Shape;36;p5"/>
            <p:cNvSpPr/>
            <p:nvPr/>
          </p:nvSpPr>
          <p:spPr>
            <a:xfrm flipH="1">
              <a:off x="8812484" y="1306050"/>
              <a:ext cx="277200" cy="2772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sp>
          <p:nvSpPr>
            <p:cNvPr id="37" name="Google Shape;37;p5"/>
            <p:cNvSpPr/>
            <p:nvPr/>
          </p:nvSpPr>
          <p:spPr>
            <a:xfrm rot="10800000" flipH="1">
              <a:off x="-173878" y="-686855"/>
              <a:ext cx="677400" cy="1828500"/>
            </a:xfrm>
            <a:prstGeom prst="roundRect">
              <a:avLst>
                <a:gd name="adj" fmla="val 50000"/>
              </a:avLst>
            </a:prstGeom>
            <a:solidFill>
              <a:srgbClr val="74CEC4">
                <a:alpha val="6063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sp>
          <p:nvSpPr>
            <p:cNvPr id="38" name="Google Shape;38;p5"/>
            <p:cNvSpPr/>
            <p:nvPr/>
          </p:nvSpPr>
          <p:spPr>
            <a:xfrm flipH="1">
              <a:off x="-363114" y="781582"/>
              <a:ext cx="698700" cy="698700"/>
            </a:xfrm>
            <a:prstGeom prst="chord">
              <a:avLst>
                <a:gd name="adj1" fmla="val 5399387"/>
                <a:gd name="adj2" fmla="val 1620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sp>
          <p:nvSpPr>
            <p:cNvPr id="39" name="Google Shape;39;p5"/>
            <p:cNvSpPr/>
            <p:nvPr/>
          </p:nvSpPr>
          <p:spPr>
            <a:xfrm flipH="1">
              <a:off x="8812484" y="539500"/>
              <a:ext cx="659700" cy="659700"/>
            </a:xfrm>
            <a:prstGeom prst="ellipse">
              <a:avLst/>
            </a:prstGeom>
            <a:solidFill>
              <a:srgbClr val="F2557A">
                <a:alpha val="6563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grpSp>
    </p:spTree>
    <p:extLst>
      <p:ext uri="{BB962C8B-B14F-4D97-AF65-F5344CB8AC3E}">
        <p14:creationId xmlns:p14="http://schemas.microsoft.com/office/powerpoint/2010/main" val="6790855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r>
              <a:rPr lang="en-GB"/>
              <a:t>Click to edit Master title style</a:t>
            </a:r>
            <a:endParaRPr/>
          </a:p>
        </p:txBody>
      </p:sp>
      <p:grpSp>
        <p:nvGrpSpPr>
          <p:cNvPr id="42" name="Google Shape;42;p6"/>
          <p:cNvGrpSpPr/>
          <p:nvPr/>
        </p:nvGrpSpPr>
        <p:grpSpPr>
          <a:xfrm>
            <a:off x="-1671418" y="-3817966"/>
            <a:ext cx="14004747" cy="10414327"/>
            <a:chOff x="-1253563" y="-2863475"/>
            <a:chExt cx="10503560" cy="7810745"/>
          </a:xfrm>
        </p:grpSpPr>
        <p:sp>
          <p:nvSpPr>
            <p:cNvPr id="43" name="Google Shape;43;p6"/>
            <p:cNvSpPr/>
            <p:nvPr/>
          </p:nvSpPr>
          <p:spPr>
            <a:xfrm rot="10800000" flipH="1">
              <a:off x="8458597" y="-2863475"/>
              <a:ext cx="791400" cy="41286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sp>
          <p:nvSpPr>
            <p:cNvPr id="44" name="Google Shape;44;p6"/>
            <p:cNvSpPr/>
            <p:nvPr/>
          </p:nvSpPr>
          <p:spPr>
            <a:xfrm rot="10800000" flipH="1">
              <a:off x="7897325" y="-2230235"/>
              <a:ext cx="791400" cy="2862000"/>
            </a:xfrm>
            <a:prstGeom prst="roundRect">
              <a:avLst>
                <a:gd name="adj" fmla="val 50000"/>
              </a:avLst>
            </a:prstGeom>
            <a:solidFill>
              <a:srgbClr val="0584A4">
                <a:alpha val="4063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grpSp>
          <p:nvGrpSpPr>
            <p:cNvPr id="45" name="Google Shape;45;p6"/>
            <p:cNvGrpSpPr/>
            <p:nvPr/>
          </p:nvGrpSpPr>
          <p:grpSpPr>
            <a:xfrm>
              <a:off x="-1253563" y="3992679"/>
              <a:ext cx="1828500" cy="954591"/>
              <a:chOff x="-1253563" y="3992679"/>
              <a:chExt cx="1828500" cy="954591"/>
            </a:xfrm>
          </p:grpSpPr>
          <p:sp>
            <p:nvSpPr>
              <p:cNvPr id="46" name="Google Shape;46;p6"/>
              <p:cNvSpPr/>
              <p:nvPr/>
            </p:nvSpPr>
            <p:spPr>
              <a:xfrm rot="5400000" flipH="1">
                <a:off x="-119071" y="3992679"/>
                <a:ext cx="277200" cy="277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sp>
            <p:nvSpPr>
              <p:cNvPr id="47" name="Google Shape;47;p6"/>
              <p:cNvSpPr/>
              <p:nvPr/>
            </p:nvSpPr>
            <p:spPr>
              <a:xfrm rot="5400000">
                <a:off x="-678013" y="3694320"/>
                <a:ext cx="677400" cy="1828500"/>
              </a:xfrm>
              <a:prstGeom prst="roundRect">
                <a:avLst>
                  <a:gd name="adj" fmla="val 50000"/>
                </a:avLst>
              </a:prstGeom>
              <a:solidFill>
                <a:srgbClr val="74CEC4">
                  <a:alpha val="6063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grpSp>
      </p:grpSp>
    </p:spTree>
    <p:extLst>
      <p:ext uri="{BB962C8B-B14F-4D97-AF65-F5344CB8AC3E}">
        <p14:creationId xmlns:p14="http://schemas.microsoft.com/office/powerpoint/2010/main" val="17582021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48"/>
        <p:cNvGrpSpPr/>
        <p:nvPr/>
      </p:nvGrpSpPr>
      <p:grpSpPr>
        <a:xfrm>
          <a:off x="0" y="0"/>
          <a:ext cx="0" cy="0"/>
          <a:chOff x="0" y="0"/>
          <a:chExt cx="0" cy="0"/>
        </a:xfrm>
      </p:grpSpPr>
      <p:sp>
        <p:nvSpPr>
          <p:cNvPr id="49" name="Google Shape;49;p7"/>
          <p:cNvSpPr txBox="1">
            <a:spLocks noGrp="1"/>
          </p:cNvSpPr>
          <p:nvPr>
            <p:ph type="title"/>
          </p:nvPr>
        </p:nvSpPr>
        <p:spPr>
          <a:xfrm>
            <a:off x="3447433" y="593367"/>
            <a:ext cx="77936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GB"/>
              <a:t>Click to edit Master title style</a:t>
            </a:r>
            <a:endParaRPr/>
          </a:p>
        </p:txBody>
      </p:sp>
      <p:sp>
        <p:nvSpPr>
          <p:cNvPr id="50" name="Google Shape;50;p7"/>
          <p:cNvSpPr txBox="1">
            <a:spLocks noGrp="1"/>
          </p:cNvSpPr>
          <p:nvPr>
            <p:ph type="subTitle" idx="1"/>
          </p:nvPr>
        </p:nvSpPr>
        <p:spPr>
          <a:xfrm>
            <a:off x="3447433" y="1796333"/>
            <a:ext cx="7793600" cy="42312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Font typeface="Albert Sans Light"/>
              <a:buAutoNum type="arabicPeriod"/>
              <a:defRPr sz="2133"/>
            </a:lvl1pPr>
            <a:lvl2pPr lvl="1" algn="ctr" rtl="0">
              <a:lnSpc>
                <a:spcPct val="100000"/>
              </a:lnSpc>
              <a:spcBef>
                <a:spcPts val="0"/>
              </a:spcBef>
              <a:spcAft>
                <a:spcPts val="0"/>
              </a:spcAft>
              <a:buClr>
                <a:srgbClr val="E76A28"/>
              </a:buClr>
              <a:buSzPts val="1600"/>
              <a:buFont typeface="Nunito Light"/>
              <a:buAutoNum type="alphaLcPeriod"/>
              <a:defRPr/>
            </a:lvl2pPr>
            <a:lvl3pPr lvl="2" algn="ctr" rtl="0">
              <a:lnSpc>
                <a:spcPct val="100000"/>
              </a:lnSpc>
              <a:spcBef>
                <a:spcPts val="0"/>
              </a:spcBef>
              <a:spcAft>
                <a:spcPts val="0"/>
              </a:spcAft>
              <a:buClr>
                <a:srgbClr val="E76A28"/>
              </a:buClr>
              <a:buSzPts val="1500"/>
              <a:buFont typeface="Nunito Light"/>
              <a:buAutoNum type="romanLcPeriod"/>
              <a:defRPr/>
            </a:lvl3pPr>
            <a:lvl4pPr lvl="3" algn="ctr" rtl="0">
              <a:lnSpc>
                <a:spcPct val="100000"/>
              </a:lnSpc>
              <a:spcBef>
                <a:spcPts val="0"/>
              </a:spcBef>
              <a:spcAft>
                <a:spcPts val="0"/>
              </a:spcAft>
              <a:buClr>
                <a:srgbClr val="E76A28"/>
              </a:buClr>
              <a:buSzPts val="1500"/>
              <a:buFont typeface="Nunito Light"/>
              <a:buAutoNum type="arabicPeriod"/>
              <a:defRPr/>
            </a:lvl4pPr>
            <a:lvl5pPr lvl="4" algn="ctr" rtl="0">
              <a:lnSpc>
                <a:spcPct val="100000"/>
              </a:lnSpc>
              <a:spcBef>
                <a:spcPts val="0"/>
              </a:spcBef>
              <a:spcAft>
                <a:spcPts val="0"/>
              </a:spcAft>
              <a:buClr>
                <a:srgbClr val="E76A28"/>
              </a:buClr>
              <a:buSzPts val="1400"/>
              <a:buFont typeface="Nunito Light"/>
              <a:buAutoNum type="alphaLcPeriod"/>
              <a:defRPr/>
            </a:lvl5pPr>
            <a:lvl6pPr lvl="5" algn="ctr" rtl="0">
              <a:lnSpc>
                <a:spcPct val="100000"/>
              </a:lnSpc>
              <a:spcBef>
                <a:spcPts val="0"/>
              </a:spcBef>
              <a:spcAft>
                <a:spcPts val="0"/>
              </a:spcAft>
              <a:buClr>
                <a:srgbClr val="999999"/>
              </a:buClr>
              <a:buSzPts val="1400"/>
              <a:buFont typeface="Nunito Light"/>
              <a:buAutoNum type="romanLcPeriod"/>
              <a:defRPr/>
            </a:lvl6pPr>
            <a:lvl7pPr lvl="6" algn="ctr" rtl="0">
              <a:lnSpc>
                <a:spcPct val="100000"/>
              </a:lnSpc>
              <a:spcBef>
                <a:spcPts val="0"/>
              </a:spcBef>
              <a:spcAft>
                <a:spcPts val="0"/>
              </a:spcAft>
              <a:buClr>
                <a:srgbClr val="999999"/>
              </a:buClr>
              <a:buSzPts val="1300"/>
              <a:buFont typeface="Nunito Light"/>
              <a:buAutoNum type="arabicPeriod"/>
              <a:defRPr/>
            </a:lvl7pPr>
            <a:lvl8pPr lvl="7" algn="ctr" rtl="0">
              <a:lnSpc>
                <a:spcPct val="100000"/>
              </a:lnSpc>
              <a:spcBef>
                <a:spcPts val="0"/>
              </a:spcBef>
              <a:spcAft>
                <a:spcPts val="0"/>
              </a:spcAft>
              <a:buClr>
                <a:srgbClr val="999999"/>
              </a:buClr>
              <a:buSzPts val="1300"/>
              <a:buFont typeface="Nunito Light"/>
              <a:buAutoNum type="alphaLcPeriod"/>
              <a:defRPr/>
            </a:lvl8pPr>
            <a:lvl9pPr lvl="8" algn="ctr" rtl="0">
              <a:lnSpc>
                <a:spcPct val="100000"/>
              </a:lnSpc>
              <a:spcBef>
                <a:spcPts val="0"/>
              </a:spcBef>
              <a:spcAft>
                <a:spcPts val="0"/>
              </a:spcAft>
              <a:buClr>
                <a:srgbClr val="999999"/>
              </a:buClr>
              <a:buSzPts val="1400"/>
              <a:buFont typeface="Nunito Light"/>
              <a:buAutoNum type="romanLcPeriod"/>
              <a:defRPr/>
            </a:lvl9pPr>
          </a:lstStyle>
          <a:p>
            <a:r>
              <a:rPr lang="en-GB"/>
              <a:t>Click to edit Master subtitle style</a:t>
            </a:r>
            <a:endParaRPr/>
          </a:p>
        </p:txBody>
      </p:sp>
    </p:spTree>
    <p:extLst>
      <p:ext uri="{BB962C8B-B14F-4D97-AF65-F5344CB8AC3E}">
        <p14:creationId xmlns:p14="http://schemas.microsoft.com/office/powerpoint/2010/main" val="2473635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 point">
    <p:bg>
      <p:bgPr>
        <a:solidFill>
          <a:schemeClr val="dk1"/>
        </a:solidFill>
        <a:effectLst/>
      </p:bgPr>
    </p:bg>
    <p:spTree>
      <p:nvGrpSpPr>
        <p:cNvPr id="1" name="Shape 51"/>
        <p:cNvGrpSpPr/>
        <p:nvPr/>
      </p:nvGrpSpPr>
      <p:grpSpPr>
        <a:xfrm>
          <a:off x="0" y="0"/>
          <a:ext cx="0" cy="0"/>
          <a:chOff x="0" y="0"/>
          <a:chExt cx="0" cy="0"/>
        </a:xfrm>
      </p:grpSpPr>
      <p:sp>
        <p:nvSpPr>
          <p:cNvPr id="52" name="Google Shape;52;p8"/>
          <p:cNvSpPr txBox="1">
            <a:spLocks noGrp="1"/>
          </p:cNvSpPr>
          <p:nvPr>
            <p:ph type="title"/>
          </p:nvPr>
        </p:nvSpPr>
        <p:spPr>
          <a:xfrm>
            <a:off x="2192600" y="1742800"/>
            <a:ext cx="7806800" cy="33724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lt1"/>
              </a:buClr>
              <a:buSzPts val="4800"/>
              <a:buNone/>
              <a:defRPr sz="8000">
                <a:solidFill>
                  <a:schemeClr val="lt1"/>
                </a:solidFill>
              </a:defRPr>
            </a:lvl1pPr>
            <a:lvl2pPr lvl="1">
              <a:spcBef>
                <a:spcPts val="0"/>
              </a:spcBef>
              <a:spcAft>
                <a:spcPts val="0"/>
              </a:spcAft>
              <a:buClr>
                <a:schemeClr val="lt1"/>
              </a:buClr>
              <a:buSzPts val="4800"/>
              <a:buNone/>
              <a:defRPr sz="6400">
                <a:solidFill>
                  <a:schemeClr val="lt1"/>
                </a:solidFill>
              </a:defRPr>
            </a:lvl2pPr>
            <a:lvl3pPr lvl="2">
              <a:spcBef>
                <a:spcPts val="0"/>
              </a:spcBef>
              <a:spcAft>
                <a:spcPts val="0"/>
              </a:spcAft>
              <a:buClr>
                <a:schemeClr val="lt1"/>
              </a:buClr>
              <a:buSzPts val="4800"/>
              <a:buNone/>
              <a:defRPr sz="6400">
                <a:solidFill>
                  <a:schemeClr val="lt1"/>
                </a:solidFill>
              </a:defRPr>
            </a:lvl3pPr>
            <a:lvl4pPr lvl="3">
              <a:spcBef>
                <a:spcPts val="0"/>
              </a:spcBef>
              <a:spcAft>
                <a:spcPts val="0"/>
              </a:spcAft>
              <a:buClr>
                <a:schemeClr val="lt1"/>
              </a:buClr>
              <a:buSzPts val="4800"/>
              <a:buNone/>
              <a:defRPr sz="6400">
                <a:solidFill>
                  <a:schemeClr val="lt1"/>
                </a:solidFill>
              </a:defRPr>
            </a:lvl4pPr>
            <a:lvl5pPr lvl="4">
              <a:spcBef>
                <a:spcPts val="0"/>
              </a:spcBef>
              <a:spcAft>
                <a:spcPts val="0"/>
              </a:spcAft>
              <a:buClr>
                <a:schemeClr val="lt1"/>
              </a:buClr>
              <a:buSzPts val="4800"/>
              <a:buNone/>
              <a:defRPr sz="6400">
                <a:solidFill>
                  <a:schemeClr val="lt1"/>
                </a:solidFill>
              </a:defRPr>
            </a:lvl5pPr>
            <a:lvl6pPr lvl="5">
              <a:spcBef>
                <a:spcPts val="0"/>
              </a:spcBef>
              <a:spcAft>
                <a:spcPts val="0"/>
              </a:spcAft>
              <a:buClr>
                <a:schemeClr val="lt1"/>
              </a:buClr>
              <a:buSzPts val="4800"/>
              <a:buNone/>
              <a:defRPr sz="6400">
                <a:solidFill>
                  <a:schemeClr val="lt1"/>
                </a:solidFill>
              </a:defRPr>
            </a:lvl6pPr>
            <a:lvl7pPr lvl="6">
              <a:spcBef>
                <a:spcPts val="0"/>
              </a:spcBef>
              <a:spcAft>
                <a:spcPts val="0"/>
              </a:spcAft>
              <a:buClr>
                <a:schemeClr val="lt1"/>
              </a:buClr>
              <a:buSzPts val="4800"/>
              <a:buNone/>
              <a:defRPr sz="6400">
                <a:solidFill>
                  <a:schemeClr val="lt1"/>
                </a:solidFill>
              </a:defRPr>
            </a:lvl7pPr>
            <a:lvl8pPr lvl="7">
              <a:spcBef>
                <a:spcPts val="0"/>
              </a:spcBef>
              <a:spcAft>
                <a:spcPts val="0"/>
              </a:spcAft>
              <a:buClr>
                <a:schemeClr val="lt1"/>
              </a:buClr>
              <a:buSzPts val="4800"/>
              <a:buNone/>
              <a:defRPr sz="6400">
                <a:solidFill>
                  <a:schemeClr val="lt1"/>
                </a:solidFill>
              </a:defRPr>
            </a:lvl8pPr>
            <a:lvl9pPr lvl="8">
              <a:spcBef>
                <a:spcPts val="0"/>
              </a:spcBef>
              <a:spcAft>
                <a:spcPts val="0"/>
              </a:spcAft>
              <a:buClr>
                <a:schemeClr val="lt1"/>
              </a:buClr>
              <a:buSzPts val="4800"/>
              <a:buNone/>
              <a:defRPr sz="6400">
                <a:solidFill>
                  <a:schemeClr val="lt1"/>
                </a:solidFill>
              </a:defRPr>
            </a:lvl9pPr>
          </a:lstStyle>
          <a:p>
            <a:r>
              <a:rPr lang="en-GB"/>
              <a:t>Click to edit Master title style</a:t>
            </a:r>
            <a:endParaRPr/>
          </a:p>
        </p:txBody>
      </p:sp>
      <p:grpSp>
        <p:nvGrpSpPr>
          <p:cNvPr id="53" name="Google Shape;53;p8"/>
          <p:cNvGrpSpPr/>
          <p:nvPr/>
        </p:nvGrpSpPr>
        <p:grpSpPr>
          <a:xfrm>
            <a:off x="-3236298" y="-538901"/>
            <a:ext cx="17115615" cy="6950461"/>
            <a:chOff x="-2427224" y="-404176"/>
            <a:chExt cx="12836711" cy="5212846"/>
          </a:xfrm>
        </p:grpSpPr>
        <p:sp>
          <p:nvSpPr>
            <p:cNvPr id="54" name="Google Shape;54;p8"/>
            <p:cNvSpPr/>
            <p:nvPr/>
          </p:nvSpPr>
          <p:spPr>
            <a:xfrm rot="5400000" flipH="1">
              <a:off x="8153579" y="4331379"/>
              <a:ext cx="277200" cy="277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sp>
          <p:nvSpPr>
            <p:cNvPr id="55" name="Google Shape;55;p8"/>
            <p:cNvSpPr/>
            <p:nvPr/>
          </p:nvSpPr>
          <p:spPr>
            <a:xfrm rot="5400000" flipH="1">
              <a:off x="-1008524" y="-1822876"/>
              <a:ext cx="874500" cy="3711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sp>
          <p:nvSpPr>
            <p:cNvPr id="56" name="Google Shape;56;p8"/>
            <p:cNvSpPr/>
            <p:nvPr/>
          </p:nvSpPr>
          <p:spPr>
            <a:xfrm rot="5400000" flipH="1">
              <a:off x="-1008555" y="-633201"/>
              <a:ext cx="874500" cy="2573100"/>
            </a:xfrm>
            <a:prstGeom prst="roundRect">
              <a:avLst>
                <a:gd name="adj" fmla="val 50000"/>
              </a:avLst>
            </a:prstGeom>
            <a:solidFill>
              <a:srgbClr val="F6F6F6">
                <a:alpha val="2063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sp>
          <p:nvSpPr>
            <p:cNvPr id="57" name="Google Shape;57;p8"/>
            <p:cNvSpPr/>
            <p:nvPr/>
          </p:nvSpPr>
          <p:spPr>
            <a:xfrm rot="5400000">
              <a:off x="9156537" y="3555720"/>
              <a:ext cx="677400" cy="1828500"/>
            </a:xfrm>
            <a:prstGeom prst="roundRect">
              <a:avLst>
                <a:gd name="adj" fmla="val 50000"/>
              </a:avLst>
            </a:prstGeom>
            <a:solidFill>
              <a:srgbClr val="0584A4">
                <a:alpha val="4125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grpSp>
    </p:spTree>
    <p:extLst>
      <p:ext uri="{BB962C8B-B14F-4D97-AF65-F5344CB8AC3E}">
        <p14:creationId xmlns:p14="http://schemas.microsoft.com/office/powerpoint/2010/main" val="16956493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960000" y="1884700"/>
            <a:ext cx="5726400" cy="27936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5333"/>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GB"/>
              <a:t>Click to edit Master title style</a:t>
            </a:r>
            <a:endParaRPr/>
          </a:p>
        </p:txBody>
      </p:sp>
      <p:sp>
        <p:nvSpPr>
          <p:cNvPr id="60" name="Google Shape;60;p9"/>
          <p:cNvSpPr txBox="1">
            <a:spLocks noGrp="1"/>
          </p:cNvSpPr>
          <p:nvPr>
            <p:ph type="subTitle" idx="1"/>
          </p:nvPr>
        </p:nvSpPr>
        <p:spPr>
          <a:xfrm>
            <a:off x="960000" y="4678400"/>
            <a:ext cx="5726400" cy="1339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2133"/>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GB"/>
              <a:t>Click to edit Master subtitle style</a:t>
            </a:r>
            <a:endParaRPr/>
          </a:p>
        </p:txBody>
      </p:sp>
    </p:spTree>
    <p:extLst>
      <p:ext uri="{BB962C8B-B14F-4D97-AF65-F5344CB8AC3E}">
        <p14:creationId xmlns:p14="http://schemas.microsoft.com/office/powerpoint/2010/main" val="25146079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
    <p:bg>
      <p:bgPr>
        <a:solidFill>
          <a:schemeClr val="dk1"/>
        </a:solidFill>
        <a:effectLst/>
      </p:bgPr>
    </p:bg>
    <p:spTree>
      <p:nvGrpSpPr>
        <p:cNvPr id="1" name="Shape 61"/>
        <p:cNvGrpSpPr/>
        <p:nvPr/>
      </p:nvGrpSpPr>
      <p:grpSpPr>
        <a:xfrm>
          <a:off x="0" y="0"/>
          <a:ext cx="0" cy="0"/>
          <a:chOff x="0" y="0"/>
          <a:chExt cx="0" cy="0"/>
        </a:xfrm>
      </p:grpSpPr>
      <p:sp>
        <p:nvSpPr>
          <p:cNvPr id="62" name="Google Shape;62;p10"/>
          <p:cNvSpPr>
            <a:spLocks noGrp="1"/>
          </p:cNvSpPr>
          <p:nvPr>
            <p:ph type="pic" idx="2"/>
          </p:nvPr>
        </p:nvSpPr>
        <p:spPr>
          <a:xfrm>
            <a:off x="0" y="0"/>
            <a:ext cx="12192000" cy="6858000"/>
          </a:xfrm>
          <a:prstGeom prst="rect">
            <a:avLst/>
          </a:prstGeom>
          <a:noFill/>
          <a:ln>
            <a:noFill/>
          </a:ln>
        </p:spPr>
      </p:sp>
      <p:sp>
        <p:nvSpPr>
          <p:cNvPr id="63" name="Google Shape;63;p10"/>
          <p:cNvSpPr txBox="1">
            <a:spLocks noGrp="1"/>
          </p:cNvSpPr>
          <p:nvPr>
            <p:ph type="title"/>
          </p:nvPr>
        </p:nvSpPr>
        <p:spPr>
          <a:xfrm>
            <a:off x="960000" y="4619567"/>
            <a:ext cx="6374800" cy="1525200"/>
          </a:xfrm>
          <a:prstGeom prst="rect">
            <a:avLst/>
          </a:prstGeom>
          <a:solidFill>
            <a:schemeClr val="dk1"/>
          </a:solidFill>
        </p:spPr>
        <p:txBody>
          <a:bodyPr spcFirstLastPara="1" wrap="square" lIns="91425" tIns="91425" rIns="91425" bIns="91425" anchor="t" anchorCtr="0">
            <a:noAutofit/>
          </a:bodyPr>
          <a:lstStyle>
            <a:lvl1pPr lvl="0" rtl="0">
              <a:lnSpc>
                <a:spcPct val="115000"/>
              </a:lnSpc>
              <a:spcBef>
                <a:spcPts val="0"/>
              </a:spcBef>
              <a:spcAft>
                <a:spcPts val="0"/>
              </a:spcAft>
              <a:buSzPts val="3000"/>
              <a:buNone/>
              <a:defRPr>
                <a:solidFill>
                  <a:schemeClr val="lt1"/>
                </a:solidFill>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r>
              <a:rPr lang="en-GB"/>
              <a:t>Click to edit Master title style</a:t>
            </a:r>
            <a:endParaRPr/>
          </a:p>
        </p:txBody>
      </p:sp>
    </p:spTree>
    <p:extLst>
      <p:ext uri="{BB962C8B-B14F-4D97-AF65-F5344CB8AC3E}">
        <p14:creationId xmlns:p14="http://schemas.microsoft.com/office/powerpoint/2010/main" val="30355264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 number">
    <p:bg>
      <p:bgPr>
        <a:solidFill>
          <a:schemeClr val="dk1"/>
        </a:solidFill>
        <a:effectLst/>
      </p:bgPr>
    </p:bg>
    <p:spTree>
      <p:nvGrpSpPr>
        <p:cNvPr id="1" name="Shape 64"/>
        <p:cNvGrpSpPr/>
        <p:nvPr/>
      </p:nvGrpSpPr>
      <p:grpSpPr>
        <a:xfrm>
          <a:off x="0" y="0"/>
          <a:ext cx="0" cy="0"/>
          <a:chOff x="0" y="0"/>
          <a:chExt cx="0" cy="0"/>
        </a:xfrm>
      </p:grpSpPr>
      <p:sp>
        <p:nvSpPr>
          <p:cNvPr id="65" name="Google Shape;65;p11"/>
          <p:cNvSpPr txBox="1">
            <a:spLocks noGrp="1"/>
          </p:cNvSpPr>
          <p:nvPr>
            <p:ph type="title" hasCustomPrompt="1"/>
          </p:nvPr>
        </p:nvSpPr>
        <p:spPr>
          <a:xfrm>
            <a:off x="2541600" y="2370633"/>
            <a:ext cx="7108800" cy="1386400"/>
          </a:xfrm>
          <a:prstGeom prst="rect">
            <a:avLst/>
          </a:prstGeom>
        </p:spPr>
        <p:txBody>
          <a:bodyPr spcFirstLastPara="1" wrap="square" lIns="91425" tIns="91425" rIns="91425" bIns="91425" anchor="b" anchorCtr="0">
            <a:noAutofit/>
          </a:bodyPr>
          <a:lstStyle>
            <a:lvl1pPr marL="0" marR="0" lvl="0" indent="0" algn="ctr" rtl="0">
              <a:lnSpc>
                <a:spcPct val="100000"/>
              </a:lnSpc>
              <a:spcBef>
                <a:spcPts val="0"/>
              </a:spcBef>
              <a:spcAft>
                <a:spcPts val="0"/>
              </a:spcAft>
              <a:buClr>
                <a:schemeClr val="lt1"/>
              </a:buClr>
              <a:buSzPts val="9600"/>
              <a:buNone/>
              <a:defRPr sz="8000">
                <a:solidFill>
                  <a:schemeClr val="lt1"/>
                </a:solidFill>
              </a:defRPr>
            </a:lvl1pPr>
            <a:lvl2pPr lvl="1" algn="ctr">
              <a:spcBef>
                <a:spcPts val="0"/>
              </a:spcBef>
              <a:spcAft>
                <a:spcPts val="0"/>
              </a:spcAft>
              <a:buClr>
                <a:schemeClr val="lt1"/>
              </a:buClr>
              <a:buSzPts val="9600"/>
              <a:buNone/>
              <a:defRPr sz="12800">
                <a:solidFill>
                  <a:schemeClr val="lt1"/>
                </a:solidFill>
              </a:defRPr>
            </a:lvl2pPr>
            <a:lvl3pPr lvl="2" algn="ctr">
              <a:spcBef>
                <a:spcPts val="0"/>
              </a:spcBef>
              <a:spcAft>
                <a:spcPts val="0"/>
              </a:spcAft>
              <a:buClr>
                <a:schemeClr val="lt1"/>
              </a:buClr>
              <a:buSzPts val="9600"/>
              <a:buNone/>
              <a:defRPr sz="12800">
                <a:solidFill>
                  <a:schemeClr val="lt1"/>
                </a:solidFill>
              </a:defRPr>
            </a:lvl3pPr>
            <a:lvl4pPr lvl="3" algn="ctr">
              <a:spcBef>
                <a:spcPts val="0"/>
              </a:spcBef>
              <a:spcAft>
                <a:spcPts val="0"/>
              </a:spcAft>
              <a:buClr>
                <a:schemeClr val="lt1"/>
              </a:buClr>
              <a:buSzPts val="9600"/>
              <a:buNone/>
              <a:defRPr sz="12800">
                <a:solidFill>
                  <a:schemeClr val="lt1"/>
                </a:solidFill>
              </a:defRPr>
            </a:lvl4pPr>
            <a:lvl5pPr lvl="4" algn="ctr">
              <a:spcBef>
                <a:spcPts val="0"/>
              </a:spcBef>
              <a:spcAft>
                <a:spcPts val="0"/>
              </a:spcAft>
              <a:buClr>
                <a:schemeClr val="lt1"/>
              </a:buClr>
              <a:buSzPts val="9600"/>
              <a:buNone/>
              <a:defRPr sz="12800">
                <a:solidFill>
                  <a:schemeClr val="lt1"/>
                </a:solidFill>
              </a:defRPr>
            </a:lvl5pPr>
            <a:lvl6pPr lvl="5" algn="ctr">
              <a:spcBef>
                <a:spcPts val="0"/>
              </a:spcBef>
              <a:spcAft>
                <a:spcPts val="0"/>
              </a:spcAft>
              <a:buClr>
                <a:schemeClr val="lt1"/>
              </a:buClr>
              <a:buSzPts val="9600"/>
              <a:buNone/>
              <a:defRPr sz="12800">
                <a:solidFill>
                  <a:schemeClr val="lt1"/>
                </a:solidFill>
              </a:defRPr>
            </a:lvl6pPr>
            <a:lvl7pPr lvl="6" algn="ctr">
              <a:spcBef>
                <a:spcPts val="0"/>
              </a:spcBef>
              <a:spcAft>
                <a:spcPts val="0"/>
              </a:spcAft>
              <a:buClr>
                <a:schemeClr val="lt1"/>
              </a:buClr>
              <a:buSzPts val="9600"/>
              <a:buNone/>
              <a:defRPr sz="12800">
                <a:solidFill>
                  <a:schemeClr val="lt1"/>
                </a:solidFill>
              </a:defRPr>
            </a:lvl7pPr>
            <a:lvl8pPr lvl="7" algn="ctr">
              <a:spcBef>
                <a:spcPts val="0"/>
              </a:spcBef>
              <a:spcAft>
                <a:spcPts val="0"/>
              </a:spcAft>
              <a:buClr>
                <a:schemeClr val="lt1"/>
              </a:buClr>
              <a:buSzPts val="9600"/>
              <a:buNone/>
              <a:defRPr sz="12800">
                <a:solidFill>
                  <a:schemeClr val="lt1"/>
                </a:solidFill>
              </a:defRPr>
            </a:lvl8pPr>
            <a:lvl9pPr lvl="8" algn="ctr">
              <a:spcBef>
                <a:spcPts val="0"/>
              </a:spcBef>
              <a:spcAft>
                <a:spcPts val="0"/>
              </a:spcAft>
              <a:buClr>
                <a:schemeClr val="lt1"/>
              </a:buClr>
              <a:buSzPts val="9600"/>
              <a:buNone/>
              <a:defRPr sz="12800">
                <a:solidFill>
                  <a:schemeClr val="lt1"/>
                </a:solidFill>
              </a:defRPr>
            </a:lvl9pPr>
          </a:lstStyle>
          <a:p>
            <a:r>
              <a:t>xx%</a:t>
            </a:r>
          </a:p>
        </p:txBody>
      </p:sp>
      <p:sp>
        <p:nvSpPr>
          <p:cNvPr id="66" name="Google Shape;66;p11"/>
          <p:cNvSpPr txBox="1">
            <a:spLocks noGrp="1"/>
          </p:cNvSpPr>
          <p:nvPr>
            <p:ph type="subTitle" idx="1"/>
          </p:nvPr>
        </p:nvSpPr>
        <p:spPr>
          <a:xfrm>
            <a:off x="2541600" y="4224167"/>
            <a:ext cx="7108800" cy="662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600"/>
              <a:buNone/>
              <a:defRPr sz="2133">
                <a:solidFill>
                  <a:schemeClr val="lt1"/>
                </a:solidFill>
              </a:defRPr>
            </a:lvl1pPr>
            <a:lvl2pPr lvl="1" algn="ctr" rtl="0">
              <a:lnSpc>
                <a:spcPct val="100000"/>
              </a:lnSpc>
              <a:spcBef>
                <a:spcPts val="0"/>
              </a:spcBef>
              <a:spcAft>
                <a:spcPts val="0"/>
              </a:spcAft>
              <a:buClr>
                <a:schemeClr val="lt1"/>
              </a:buClr>
              <a:buSzPts val="1600"/>
              <a:buNone/>
              <a:defRPr sz="2133">
                <a:solidFill>
                  <a:schemeClr val="lt1"/>
                </a:solidFill>
              </a:defRPr>
            </a:lvl2pPr>
            <a:lvl3pPr lvl="2" algn="ctr" rtl="0">
              <a:lnSpc>
                <a:spcPct val="100000"/>
              </a:lnSpc>
              <a:spcBef>
                <a:spcPts val="0"/>
              </a:spcBef>
              <a:spcAft>
                <a:spcPts val="0"/>
              </a:spcAft>
              <a:buClr>
                <a:schemeClr val="lt1"/>
              </a:buClr>
              <a:buSzPts val="1600"/>
              <a:buNone/>
              <a:defRPr sz="2133">
                <a:solidFill>
                  <a:schemeClr val="lt1"/>
                </a:solidFill>
              </a:defRPr>
            </a:lvl3pPr>
            <a:lvl4pPr lvl="3" algn="ctr" rtl="0">
              <a:lnSpc>
                <a:spcPct val="100000"/>
              </a:lnSpc>
              <a:spcBef>
                <a:spcPts val="0"/>
              </a:spcBef>
              <a:spcAft>
                <a:spcPts val="0"/>
              </a:spcAft>
              <a:buClr>
                <a:schemeClr val="lt1"/>
              </a:buClr>
              <a:buSzPts val="1600"/>
              <a:buNone/>
              <a:defRPr sz="2133">
                <a:solidFill>
                  <a:schemeClr val="lt1"/>
                </a:solidFill>
              </a:defRPr>
            </a:lvl4pPr>
            <a:lvl5pPr lvl="4" algn="ctr" rtl="0">
              <a:lnSpc>
                <a:spcPct val="100000"/>
              </a:lnSpc>
              <a:spcBef>
                <a:spcPts val="0"/>
              </a:spcBef>
              <a:spcAft>
                <a:spcPts val="0"/>
              </a:spcAft>
              <a:buClr>
                <a:schemeClr val="lt1"/>
              </a:buClr>
              <a:buSzPts val="1600"/>
              <a:buNone/>
              <a:defRPr sz="2133">
                <a:solidFill>
                  <a:schemeClr val="lt1"/>
                </a:solidFill>
              </a:defRPr>
            </a:lvl5pPr>
            <a:lvl6pPr lvl="5" algn="ctr" rtl="0">
              <a:lnSpc>
                <a:spcPct val="100000"/>
              </a:lnSpc>
              <a:spcBef>
                <a:spcPts val="0"/>
              </a:spcBef>
              <a:spcAft>
                <a:spcPts val="0"/>
              </a:spcAft>
              <a:buClr>
                <a:schemeClr val="lt1"/>
              </a:buClr>
              <a:buSzPts val="1600"/>
              <a:buNone/>
              <a:defRPr sz="2133">
                <a:solidFill>
                  <a:schemeClr val="lt1"/>
                </a:solidFill>
              </a:defRPr>
            </a:lvl6pPr>
            <a:lvl7pPr lvl="6" algn="ctr" rtl="0">
              <a:lnSpc>
                <a:spcPct val="100000"/>
              </a:lnSpc>
              <a:spcBef>
                <a:spcPts val="0"/>
              </a:spcBef>
              <a:spcAft>
                <a:spcPts val="0"/>
              </a:spcAft>
              <a:buClr>
                <a:schemeClr val="lt1"/>
              </a:buClr>
              <a:buSzPts val="1600"/>
              <a:buNone/>
              <a:defRPr sz="2133">
                <a:solidFill>
                  <a:schemeClr val="lt1"/>
                </a:solidFill>
              </a:defRPr>
            </a:lvl7pPr>
            <a:lvl8pPr lvl="7" algn="ctr" rtl="0">
              <a:lnSpc>
                <a:spcPct val="100000"/>
              </a:lnSpc>
              <a:spcBef>
                <a:spcPts val="0"/>
              </a:spcBef>
              <a:spcAft>
                <a:spcPts val="0"/>
              </a:spcAft>
              <a:buClr>
                <a:schemeClr val="lt1"/>
              </a:buClr>
              <a:buSzPts val="1600"/>
              <a:buNone/>
              <a:defRPr sz="2133">
                <a:solidFill>
                  <a:schemeClr val="lt1"/>
                </a:solidFill>
              </a:defRPr>
            </a:lvl8pPr>
            <a:lvl9pPr lvl="8" algn="ctr" rtl="0">
              <a:lnSpc>
                <a:spcPct val="100000"/>
              </a:lnSpc>
              <a:spcBef>
                <a:spcPts val="0"/>
              </a:spcBef>
              <a:spcAft>
                <a:spcPts val="0"/>
              </a:spcAft>
              <a:buClr>
                <a:schemeClr val="lt1"/>
              </a:buClr>
              <a:buSzPts val="1600"/>
              <a:buNone/>
              <a:defRPr sz="2133">
                <a:solidFill>
                  <a:schemeClr val="lt1"/>
                </a:solidFill>
              </a:defRPr>
            </a:lvl9pPr>
          </a:lstStyle>
          <a:p>
            <a:r>
              <a:rPr lang="en-GB"/>
              <a:t>Click to edit Master subtitle style</a:t>
            </a:r>
            <a:endParaRPr/>
          </a:p>
        </p:txBody>
      </p:sp>
      <p:grpSp>
        <p:nvGrpSpPr>
          <p:cNvPr id="67" name="Google Shape;67;p11"/>
          <p:cNvGrpSpPr/>
          <p:nvPr/>
        </p:nvGrpSpPr>
        <p:grpSpPr>
          <a:xfrm>
            <a:off x="772734" y="-6745400"/>
            <a:ext cx="10877933" cy="20286733"/>
            <a:chOff x="579550" y="-5059050"/>
            <a:chExt cx="8158450" cy="15215050"/>
          </a:xfrm>
        </p:grpSpPr>
        <p:sp>
          <p:nvSpPr>
            <p:cNvPr id="68" name="Google Shape;68;p11"/>
            <p:cNvSpPr/>
            <p:nvPr/>
          </p:nvSpPr>
          <p:spPr>
            <a:xfrm flipH="1">
              <a:off x="579550" y="-5059050"/>
              <a:ext cx="1026600" cy="6297300"/>
            </a:xfrm>
            <a:prstGeom prst="roundRect">
              <a:avLst>
                <a:gd name="adj" fmla="val 50000"/>
              </a:avLst>
            </a:prstGeom>
            <a:solidFill>
              <a:srgbClr val="74CEC4">
                <a:alpha val="6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sp>
          <p:nvSpPr>
            <p:cNvPr id="69" name="Google Shape;69;p11"/>
            <p:cNvSpPr/>
            <p:nvPr/>
          </p:nvSpPr>
          <p:spPr>
            <a:xfrm flipH="1">
              <a:off x="7711400" y="3858700"/>
              <a:ext cx="1026600" cy="6297300"/>
            </a:xfrm>
            <a:prstGeom prst="roundRect">
              <a:avLst>
                <a:gd name="adj" fmla="val 50000"/>
              </a:avLst>
            </a:prstGeom>
            <a:solidFill>
              <a:srgbClr val="F2557A">
                <a:alpha val="6563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grpSp>
    </p:spTree>
    <p:extLst>
      <p:ext uri="{BB962C8B-B14F-4D97-AF65-F5344CB8AC3E}">
        <p14:creationId xmlns:p14="http://schemas.microsoft.com/office/powerpoint/2010/main" val="1464303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0"/>
        <p:cNvGrpSpPr/>
        <p:nvPr/>
      </p:nvGrpSpPr>
      <p:grpSpPr>
        <a:xfrm>
          <a:off x="0" y="0"/>
          <a:ext cx="0" cy="0"/>
          <a:chOff x="0" y="0"/>
          <a:chExt cx="0" cy="0"/>
        </a:xfrm>
      </p:grpSpPr>
    </p:spTree>
    <p:extLst>
      <p:ext uri="{BB962C8B-B14F-4D97-AF65-F5344CB8AC3E}">
        <p14:creationId xmlns:p14="http://schemas.microsoft.com/office/powerpoint/2010/main" val="12346697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71"/>
        <p:cNvGrpSpPr/>
        <p:nvPr/>
      </p:nvGrpSpPr>
      <p:grpSpPr>
        <a:xfrm>
          <a:off x="0" y="0"/>
          <a:ext cx="0" cy="0"/>
          <a:chOff x="0" y="0"/>
          <a:chExt cx="0" cy="0"/>
        </a:xfrm>
      </p:grpSpPr>
      <p:sp>
        <p:nvSpPr>
          <p:cNvPr id="72" name="Google Shape;72;p13"/>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GB"/>
              <a:t>Click to edit Master title style</a:t>
            </a:r>
            <a:endParaRPr/>
          </a:p>
        </p:txBody>
      </p:sp>
      <p:sp>
        <p:nvSpPr>
          <p:cNvPr id="73" name="Google Shape;73;p13"/>
          <p:cNvSpPr txBox="1">
            <a:spLocks noGrp="1"/>
          </p:cNvSpPr>
          <p:nvPr>
            <p:ph type="subTitle" idx="1"/>
          </p:nvPr>
        </p:nvSpPr>
        <p:spPr>
          <a:xfrm>
            <a:off x="2370217" y="2348900"/>
            <a:ext cx="3346400" cy="763600"/>
          </a:xfrm>
          <a:prstGeom prst="rect">
            <a:avLst/>
          </a:prstGeom>
          <a:ln>
            <a:noFill/>
          </a:ln>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GB"/>
              <a:t>Click to edit Master subtitle style</a:t>
            </a:r>
            <a:endParaRPr/>
          </a:p>
        </p:txBody>
      </p:sp>
      <p:sp>
        <p:nvSpPr>
          <p:cNvPr id="74" name="Google Shape;74;p13"/>
          <p:cNvSpPr txBox="1">
            <a:spLocks noGrp="1"/>
          </p:cNvSpPr>
          <p:nvPr>
            <p:ph type="subTitle" idx="2"/>
          </p:nvPr>
        </p:nvSpPr>
        <p:spPr>
          <a:xfrm>
            <a:off x="7676984" y="2348900"/>
            <a:ext cx="3346400" cy="763600"/>
          </a:xfrm>
          <a:prstGeom prst="rect">
            <a:avLst/>
          </a:prstGeom>
          <a:ln>
            <a:noFill/>
          </a:ln>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GB"/>
              <a:t>Click to edit Master subtitle style</a:t>
            </a:r>
            <a:endParaRPr/>
          </a:p>
        </p:txBody>
      </p:sp>
      <p:sp>
        <p:nvSpPr>
          <p:cNvPr id="75" name="Google Shape;75;p13"/>
          <p:cNvSpPr txBox="1">
            <a:spLocks noGrp="1"/>
          </p:cNvSpPr>
          <p:nvPr>
            <p:ph type="subTitle" idx="3"/>
          </p:nvPr>
        </p:nvSpPr>
        <p:spPr>
          <a:xfrm>
            <a:off x="7676983" y="3725004"/>
            <a:ext cx="3346400" cy="763600"/>
          </a:xfrm>
          <a:prstGeom prst="rect">
            <a:avLst/>
          </a:prstGeom>
          <a:ln>
            <a:noFill/>
          </a:ln>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GB"/>
              <a:t>Click to edit Master subtitle style</a:t>
            </a:r>
            <a:endParaRPr/>
          </a:p>
        </p:txBody>
      </p:sp>
      <p:sp>
        <p:nvSpPr>
          <p:cNvPr id="76" name="Google Shape;76;p13"/>
          <p:cNvSpPr txBox="1">
            <a:spLocks noGrp="1"/>
          </p:cNvSpPr>
          <p:nvPr>
            <p:ph type="subTitle" idx="4"/>
          </p:nvPr>
        </p:nvSpPr>
        <p:spPr>
          <a:xfrm>
            <a:off x="2370217" y="3725012"/>
            <a:ext cx="3346400" cy="763600"/>
          </a:xfrm>
          <a:prstGeom prst="rect">
            <a:avLst/>
          </a:prstGeom>
          <a:ln>
            <a:noFill/>
          </a:ln>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GB"/>
              <a:t>Click to edit Master subtitle style</a:t>
            </a:r>
            <a:endParaRPr/>
          </a:p>
        </p:txBody>
      </p:sp>
      <p:sp>
        <p:nvSpPr>
          <p:cNvPr id="77" name="Google Shape;77;p13"/>
          <p:cNvSpPr txBox="1">
            <a:spLocks noGrp="1"/>
          </p:cNvSpPr>
          <p:nvPr>
            <p:ph type="title" idx="5" hasCustomPrompt="1"/>
          </p:nvPr>
        </p:nvSpPr>
        <p:spPr>
          <a:xfrm>
            <a:off x="1168617" y="1973700"/>
            <a:ext cx="1201600" cy="822400"/>
          </a:xfrm>
          <a:prstGeom prst="rect">
            <a:avLst/>
          </a:prstGeom>
          <a:noFill/>
          <a:ln>
            <a:noFill/>
          </a:ln>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78" name="Google Shape;78;p13"/>
          <p:cNvSpPr txBox="1">
            <a:spLocks noGrp="1"/>
          </p:cNvSpPr>
          <p:nvPr>
            <p:ph type="title" idx="6" hasCustomPrompt="1"/>
          </p:nvPr>
        </p:nvSpPr>
        <p:spPr>
          <a:xfrm>
            <a:off x="6475384" y="3349800"/>
            <a:ext cx="1201600" cy="822400"/>
          </a:xfrm>
          <a:prstGeom prst="rect">
            <a:avLst/>
          </a:prstGeom>
          <a:noFill/>
          <a:ln>
            <a:noFill/>
          </a:ln>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79" name="Google Shape;79;p13"/>
          <p:cNvSpPr txBox="1">
            <a:spLocks noGrp="1"/>
          </p:cNvSpPr>
          <p:nvPr>
            <p:ph type="title" idx="7" hasCustomPrompt="1"/>
          </p:nvPr>
        </p:nvSpPr>
        <p:spPr>
          <a:xfrm>
            <a:off x="6475384" y="1973700"/>
            <a:ext cx="1201600" cy="822400"/>
          </a:xfrm>
          <a:prstGeom prst="rect">
            <a:avLst/>
          </a:prstGeom>
          <a:noFill/>
          <a:ln>
            <a:noFill/>
          </a:ln>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80" name="Google Shape;80;p13"/>
          <p:cNvSpPr txBox="1">
            <a:spLocks noGrp="1"/>
          </p:cNvSpPr>
          <p:nvPr>
            <p:ph type="title" idx="8" hasCustomPrompt="1"/>
          </p:nvPr>
        </p:nvSpPr>
        <p:spPr>
          <a:xfrm>
            <a:off x="1168617" y="3349800"/>
            <a:ext cx="1201600" cy="822400"/>
          </a:xfrm>
          <a:prstGeom prst="rect">
            <a:avLst/>
          </a:prstGeom>
          <a:noFill/>
          <a:ln>
            <a:noFill/>
          </a:ln>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81" name="Google Shape;81;p13"/>
          <p:cNvSpPr txBox="1">
            <a:spLocks noGrp="1"/>
          </p:cNvSpPr>
          <p:nvPr>
            <p:ph type="subTitle" idx="9"/>
          </p:nvPr>
        </p:nvSpPr>
        <p:spPr>
          <a:xfrm>
            <a:off x="7676983" y="5101104"/>
            <a:ext cx="3346400" cy="763600"/>
          </a:xfrm>
          <a:prstGeom prst="rect">
            <a:avLst/>
          </a:prstGeom>
          <a:ln>
            <a:noFill/>
          </a:ln>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GB"/>
              <a:t>Click to edit Master subtitle style</a:t>
            </a:r>
            <a:endParaRPr/>
          </a:p>
        </p:txBody>
      </p:sp>
      <p:sp>
        <p:nvSpPr>
          <p:cNvPr id="82" name="Google Shape;82;p13"/>
          <p:cNvSpPr txBox="1">
            <a:spLocks noGrp="1"/>
          </p:cNvSpPr>
          <p:nvPr>
            <p:ph type="subTitle" idx="13"/>
          </p:nvPr>
        </p:nvSpPr>
        <p:spPr>
          <a:xfrm>
            <a:off x="2370217" y="5101100"/>
            <a:ext cx="3346400" cy="763600"/>
          </a:xfrm>
          <a:prstGeom prst="rect">
            <a:avLst/>
          </a:prstGeom>
          <a:ln>
            <a:noFill/>
          </a:ln>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GB"/>
              <a:t>Click to edit Master subtitle style</a:t>
            </a:r>
            <a:endParaRPr/>
          </a:p>
        </p:txBody>
      </p:sp>
      <p:sp>
        <p:nvSpPr>
          <p:cNvPr id="83" name="Google Shape;83;p13"/>
          <p:cNvSpPr txBox="1">
            <a:spLocks noGrp="1"/>
          </p:cNvSpPr>
          <p:nvPr>
            <p:ph type="title" idx="14" hasCustomPrompt="1"/>
          </p:nvPr>
        </p:nvSpPr>
        <p:spPr>
          <a:xfrm>
            <a:off x="6475384" y="4725900"/>
            <a:ext cx="1201600" cy="822400"/>
          </a:xfrm>
          <a:prstGeom prst="rect">
            <a:avLst/>
          </a:prstGeom>
          <a:noFill/>
          <a:ln>
            <a:noFill/>
          </a:ln>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84" name="Google Shape;84;p13"/>
          <p:cNvSpPr txBox="1">
            <a:spLocks noGrp="1"/>
          </p:cNvSpPr>
          <p:nvPr>
            <p:ph type="title" idx="15" hasCustomPrompt="1"/>
          </p:nvPr>
        </p:nvSpPr>
        <p:spPr>
          <a:xfrm>
            <a:off x="1168617" y="4725900"/>
            <a:ext cx="1201600" cy="822400"/>
          </a:xfrm>
          <a:prstGeom prst="rect">
            <a:avLst/>
          </a:prstGeom>
          <a:noFill/>
          <a:ln>
            <a:noFill/>
          </a:ln>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85" name="Google Shape;85;p13"/>
          <p:cNvSpPr txBox="1">
            <a:spLocks noGrp="1"/>
          </p:cNvSpPr>
          <p:nvPr>
            <p:ph type="subTitle" idx="16"/>
          </p:nvPr>
        </p:nvSpPr>
        <p:spPr>
          <a:xfrm>
            <a:off x="2370216" y="1973700"/>
            <a:ext cx="3346400" cy="513600"/>
          </a:xfrm>
          <a:prstGeom prst="rect">
            <a:avLst/>
          </a:prstGeom>
          <a:ln>
            <a:noFill/>
          </a:ln>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DM Sans"/>
              <a:buNone/>
              <a:defRPr sz="2667" b="1">
                <a:latin typeface="Poppins"/>
                <a:ea typeface="Poppins"/>
                <a:cs typeface="Poppins"/>
                <a:sym typeface="Poppins"/>
              </a:defRPr>
            </a:lvl1pPr>
            <a:lvl2pPr lvl="1" algn="ctr" rtl="0">
              <a:lnSpc>
                <a:spcPct val="115000"/>
              </a:lnSpc>
              <a:spcBef>
                <a:spcPts val="0"/>
              </a:spcBef>
              <a:spcAft>
                <a:spcPts val="0"/>
              </a:spcAft>
              <a:buSzPts val="2400"/>
              <a:buFont typeface="DM Sans"/>
              <a:buNone/>
              <a:defRPr sz="32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32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32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32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32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32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32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3200" b="1">
                <a:latin typeface="DM Sans"/>
                <a:ea typeface="DM Sans"/>
                <a:cs typeface="DM Sans"/>
                <a:sym typeface="DM Sans"/>
              </a:defRPr>
            </a:lvl9pPr>
          </a:lstStyle>
          <a:p>
            <a:r>
              <a:rPr lang="en-GB"/>
              <a:t>Click to edit Master subtitle style</a:t>
            </a:r>
            <a:endParaRPr/>
          </a:p>
        </p:txBody>
      </p:sp>
      <p:sp>
        <p:nvSpPr>
          <p:cNvPr id="86" name="Google Shape;86;p13"/>
          <p:cNvSpPr txBox="1">
            <a:spLocks noGrp="1"/>
          </p:cNvSpPr>
          <p:nvPr>
            <p:ph type="subTitle" idx="17"/>
          </p:nvPr>
        </p:nvSpPr>
        <p:spPr>
          <a:xfrm>
            <a:off x="7676984" y="1973700"/>
            <a:ext cx="3346400" cy="513600"/>
          </a:xfrm>
          <a:prstGeom prst="rect">
            <a:avLst/>
          </a:prstGeom>
          <a:ln>
            <a:noFill/>
          </a:ln>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DM Sans"/>
              <a:buNone/>
              <a:defRPr sz="2667" b="1">
                <a:latin typeface="Poppins"/>
                <a:ea typeface="Poppins"/>
                <a:cs typeface="Poppins"/>
                <a:sym typeface="Poppins"/>
              </a:defRPr>
            </a:lvl1pPr>
            <a:lvl2pPr lvl="1" algn="ctr" rtl="0">
              <a:lnSpc>
                <a:spcPct val="115000"/>
              </a:lnSpc>
              <a:spcBef>
                <a:spcPts val="0"/>
              </a:spcBef>
              <a:spcAft>
                <a:spcPts val="0"/>
              </a:spcAft>
              <a:buSzPts val="2400"/>
              <a:buFont typeface="DM Sans"/>
              <a:buNone/>
              <a:defRPr sz="32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32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32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32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32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32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32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3200" b="1">
                <a:latin typeface="DM Sans"/>
                <a:ea typeface="DM Sans"/>
                <a:cs typeface="DM Sans"/>
                <a:sym typeface="DM Sans"/>
              </a:defRPr>
            </a:lvl9pPr>
          </a:lstStyle>
          <a:p>
            <a:r>
              <a:rPr lang="en-GB"/>
              <a:t>Click to edit Master subtitle style</a:t>
            </a:r>
            <a:endParaRPr/>
          </a:p>
        </p:txBody>
      </p:sp>
      <p:sp>
        <p:nvSpPr>
          <p:cNvPr id="87" name="Google Shape;87;p13"/>
          <p:cNvSpPr txBox="1">
            <a:spLocks noGrp="1"/>
          </p:cNvSpPr>
          <p:nvPr>
            <p:ph type="subTitle" idx="18"/>
          </p:nvPr>
        </p:nvSpPr>
        <p:spPr>
          <a:xfrm>
            <a:off x="7676983" y="3349800"/>
            <a:ext cx="3346400" cy="513600"/>
          </a:xfrm>
          <a:prstGeom prst="rect">
            <a:avLst/>
          </a:prstGeom>
          <a:ln>
            <a:noFill/>
          </a:ln>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DM Sans"/>
              <a:buNone/>
              <a:defRPr sz="2667" b="1">
                <a:latin typeface="Poppins"/>
                <a:ea typeface="Poppins"/>
                <a:cs typeface="Poppins"/>
                <a:sym typeface="Poppins"/>
              </a:defRPr>
            </a:lvl1pPr>
            <a:lvl2pPr lvl="1" algn="ctr" rtl="0">
              <a:lnSpc>
                <a:spcPct val="115000"/>
              </a:lnSpc>
              <a:spcBef>
                <a:spcPts val="0"/>
              </a:spcBef>
              <a:spcAft>
                <a:spcPts val="0"/>
              </a:spcAft>
              <a:buSzPts val="2400"/>
              <a:buFont typeface="DM Sans"/>
              <a:buNone/>
              <a:defRPr sz="32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32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32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32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32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32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32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3200" b="1">
                <a:latin typeface="DM Sans"/>
                <a:ea typeface="DM Sans"/>
                <a:cs typeface="DM Sans"/>
                <a:sym typeface="DM Sans"/>
              </a:defRPr>
            </a:lvl9pPr>
          </a:lstStyle>
          <a:p>
            <a:r>
              <a:rPr lang="en-GB"/>
              <a:t>Click to edit Master subtitle style</a:t>
            </a:r>
            <a:endParaRPr/>
          </a:p>
        </p:txBody>
      </p:sp>
      <p:sp>
        <p:nvSpPr>
          <p:cNvPr id="88" name="Google Shape;88;p13"/>
          <p:cNvSpPr txBox="1">
            <a:spLocks noGrp="1"/>
          </p:cNvSpPr>
          <p:nvPr>
            <p:ph type="subTitle" idx="19"/>
          </p:nvPr>
        </p:nvSpPr>
        <p:spPr>
          <a:xfrm>
            <a:off x="2370216" y="3349784"/>
            <a:ext cx="3346400" cy="513600"/>
          </a:xfrm>
          <a:prstGeom prst="rect">
            <a:avLst/>
          </a:prstGeom>
          <a:ln>
            <a:noFill/>
          </a:ln>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DM Sans"/>
              <a:buNone/>
              <a:defRPr sz="2667" b="1">
                <a:latin typeface="Poppins"/>
                <a:ea typeface="Poppins"/>
                <a:cs typeface="Poppins"/>
                <a:sym typeface="Poppins"/>
              </a:defRPr>
            </a:lvl1pPr>
            <a:lvl2pPr lvl="1" algn="ctr" rtl="0">
              <a:lnSpc>
                <a:spcPct val="115000"/>
              </a:lnSpc>
              <a:spcBef>
                <a:spcPts val="0"/>
              </a:spcBef>
              <a:spcAft>
                <a:spcPts val="0"/>
              </a:spcAft>
              <a:buSzPts val="2400"/>
              <a:buFont typeface="DM Sans"/>
              <a:buNone/>
              <a:defRPr sz="32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32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32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32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32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32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32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3200" b="1">
                <a:latin typeface="DM Sans"/>
                <a:ea typeface="DM Sans"/>
                <a:cs typeface="DM Sans"/>
                <a:sym typeface="DM Sans"/>
              </a:defRPr>
            </a:lvl9pPr>
          </a:lstStyle>
          <a:p>
            <a:r>
              <a:rPr lang="en-GB"/>
              <a:t>Click to edit Master subtitle style</a:t>
            </a:r>
            <a:endParaRPr/>
          </a:p>
        </p:txBody>
      </p:sp>
      <p:sp>
        <p:nvSpPr>
          <p:cNvPr id="89" name="Google Shape;89;p13"/>
          <p:cNvSpPr txBox="1">
            <a:spLocks noGrp="1"/>
          </p:cNvSpPr>
          <p:nvPr>
            <p:ph type="subTitle" idx="20"/>
          </p:nvPr>
        </p:nvSpPr>
        <p:spPr>
          <a:xfrm>
            <a:off x="7676983" y="4725900"/>
            <a:ext cx="3346400" cy="513600"/>
          </a:xfrm>
          <a:prstGeom prst="rect">
            <a:avLst/>
          </a:prstGeom>
          <a:ln>
            <a:noFill/>
          </a:ln>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DM Sans"/>
              <a:buNone/>
              <a:defRPr sz="2667" b="1">
                <a:latin typeface="Poppins"/>
                <a:ea typeface="Poppins"/>
                <a:cs typeface="Poppins"/>
                <a:sym typeface="Poppins"/>
              </a:defRPr>
            </a:lvl1pPr>
            <a:lvl2pPr lvl="1" algn="ctr" rtl="0">
              <a:lnSpc>
                <a:spcPct val="115000"/>
              </a:lnSpc>
              <a:spcBef>
                <a:spcPts val="0"/>
              </a:spcBef>
              <a:spcAft>
                <a:spcPts val="0"/>
              </a:spcAft>
              <a:buSzPts val="2400"/>
              <a:buFont typeface="DM Sans"/>
              <a:buNone/>
              <a:defRPr sz="32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32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32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32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32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32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32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3200" b="1">
                <a:latin typeface="DM Sans"/>
                <a:ea typeface="DM Sans"/>
                <a:cs typeface="DM Sans"/>
                <a:sym typeface="DM Sans"/>
              </a:defRPr>
            </a:lvl9pPr>
          </a:lstStyle>
          <a:p>
            <a:r>
              <a:rPr lang="en-GB"/>
              <a:t>Click to edit Master subtitle style</a:t>
            </a:r>
            <a:endParaRPr/>
          </a:p>
        </p:txBody>
      </p:sp>
      <p:sp>
        <p:nvSpPr>
          <p:cNvPr id="90" name="Google Shape;90;p13"/>
          <p:cNvSpPr txBox="1">
            <a:spLocks noGrp="1"/>
          </p:cNvSpPr>
          <p:nvPr>
            <p:ph type="subTitle" idx="21"/>
          </p:nvPr>
        </p:nvSpPr>
        <p:spPr>
          <a:xfrm>
            <a:off x="2370216" y="4725900"/>
            <a:ext cx="3346400" cy="513600"/>
          </a:xfrm>
          <a:prstGeom prst="rect">
            <a:avLst/>
          </a:prstGeom>
          <a:ln>
            <a:noFill/>
          </a:ln>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DM Sans"/>
              <a:buNone/>
              <a:defRPr sz="2667" b="1">
                <a:latin typeface="Poppins"/>
                <a:ea typeface="Poppins"/>
                <a:cs typeface="Poppins"/>
                <a:sym typeface="Poppins"/>
              </a:defRPr>
            </a:lvl1pPr>
            <a:lvl2pPr lvl="1" algn="ctr" rtl="0">
              <a:lnSpc>
                <a:spcPct val="115000"/>
              </a:lnSpc>
              <a:spcBef>
                <a:spcPts val="0"/>
              </a:spcBef>
              <a:spcAft>
                <a:spcPts val="0"/>
              </a:spcAft>
              <a:buSzPts val="2400"/>
              <a:buFont typeface="DM Sans"/>
              <a:buNone/>
              <a:defRPr sz="32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32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32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32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32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32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32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3200" b="1">
                <a:latin typeface="DM Sans"/>
                <a:ea typeface="DM Sans"/>
                <a:cs typeface="DM Sans"/>
                <a:sym typeface="DM Sans"/>
              </a:defRPr>
            </a:lvl9pPr>
          </a:lstStyle>
          <a:p>
            <a:r>
              <a:rPr lang="en-GB"/>
              <a:t>Click to edit Master subtitle style</a:t>
            </a:r>
            <a:endParaRPr/>
          </a:p>
        </p:txBody>
      </p:sp>
      <p:grpSp>
        <p:nvGrpSpPr>
          <p:cNvPr id="91" name="Google Shape;91;p13"/>
          <p:cNvGrpSpPr/>
          <p:nvPr/>
        </p:nvGrpSpPr>
        <p:grpSpPr>
          <a:xfrm>
            <a:off x="-484152" y="-915807"/>
            <a:ext cx="13113731" cy="8154373"/>
            <a:chOff x="-363114" y="-686855"/>
            <a:chExt cx="9835298" cy="6115780"/>
          </a:xfrm>
        </p:grpSpPr>
        <p:sp>
          <p:nvSpPr>
            <p:cNvPr id="92" name="Google Shape;92;p13"/>
            <p:cNvSpPr/>
            <p:nvPr/>
          </p:nvSpPr>
          <p:spPr>
            <a:xfrm flipH="1">
              <a:off x="8812484" y="4331375"/>
              <a:ext cx="277200" cy="277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sp>
          <p:nvSpPr>
            <p:cNvPr id="93" name="Google Shape;93;p13"/>
            <p:cNvSpPr/>
            <p:nvPr/>
          </p:nvSpPr>
          <p:spPr>
            <a:xfrm rot="10800000" flipH="1">
              <a:off x="-173878" y="-686855"/>
              <a:ext cx="677400" cy="1828500"/>
            </a:xfrm>
            <a:prstGeom prst="roundRect">
              <a:avLst>
                <a:gd name="adj" fmla="val 50000"/>
              </a:avLst>
            </a:prstGeom>
            <a:solidFill>
              <a:srgbClr val="74CEC4">
                <a:alpha val="6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sp>
          <p:nvSpPr>
            <p:cNvPr id="94" name="Google Shape;94;p13"/>
            <p:cNvSpPr/>
            <p:nvPr/>
          </p:nvSpPr>
          <p:spPr>
            <a:xfrm flipH="1">
              <a:off x="-363114" y="781582"/>
              <a:ext cx="698700" cy="698700"/>
            </a:xfrm>
            <a:prstGeom prst="chord">
              <a:avLst>
                <a:gd name="adj1" fmla="val 5399387"/>
                <a:gd name="adj2" fmla="val 1620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sp>
          <p:nvSpPr>
            <p:cNvPr id="95" name="Google Shape;95;p13"/>
            <p:cNvSpPr/>
            <p:nvPr/>
          </p:nvSpPr>
          <p:spPr>
            <a:xfrm flipH="1">
              <a:off x="8812484" y="4769225"/>
              <a:ext cx="659700" cy="659700"/>
            </a:xfrm>
            <a:prstGeom prst="ellipse">
              <a:avLst/>
            </a:prstGeom>
            <a:solidFill>
              <a:srgbClr val="F2557A">
                <a:alpha val="7625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grpSp>
    </p:spTree>
    <p:extLst>
      <p:ext uri="{BB962C8B-B14F-4D97-AF65-F5344CB8AC3E}">
        <p14:creationId xmlns:p14="http://schemas.microsoft.com/office/powerpoint/2010/main" val="1895899957"/>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cSld name="Quote">
    <p:bg>
      <p:bgPr>
        <a:solidFill>
          <a:schemeClr val="dk1"/>
        </a:solidFill>
        <a:effectLst/>
      </p:bgPr>
    </p:bg>
    <p:spTree>
      <p:nvGrpSpPr>
        <p:cNvPr id="1" name="Shape 96"/>
        <p:cNvGrpSpPr/>
        <p:nvPr/>
      </p:nvGrpSpPr>
      <p:grpSpPr>
        <a:xfrm>
          <a:off x="0" y="0"/>
          <a:ext cx="0" cy="0"/>
          <a:chOff x="0" y="0"/>
          <a:chExt cx="0" cy="0"/>
        </a:xfrm>
      </p:grpSpPr>
      <p:sp>
        <p:nvSpPr>
          <p:cNvPr id="97" name="Google Shape;97;p14"/>
          <p:cNvSpPr txBox="1">
            <a:spLocks noGrp="1"/>
          </p:cNvSpPr>
          <p:nvPr>
            <p:ph type="title"/>
          </p:nvPr>
        </p:nvSpPr>
        <p:spPr>
          <a:xfrm>
            <a:off x="3083100" y="4710500"/>
            <a:ext cx="7804800" cy="709200"/>
          </a:xfrm>
          <a:prstGeom prst="rect">
            <a:avLst/>
          </a:prstGeom>
        </p:spPr>
        <p:txBody>
          <a:bodyPr spcFirstLastPara="1" wrap="square" lIns="91425" tIns="91425" rIns="91425" bIns="91425" anchor="t" anchorCtr="0">
            <a:noAutofit/>
          </a:bodyPr>
          <a:lstStyle>
            <a:lvl1pPr lvl="0" algn="r" rtl="0">
              <a:lnSpc>
                <a:spcPct val="115000"/>
              </a:lnSpc>
              <a:spcBef>
                <a:spcPts val="0"/>
              </a:spcBef>
              <a:spcAft>
                <a:spcPts val="0"/>
              </a:spcAft>
              <a:buSzPts val="3000"/>
              <a:buNone/>
              <a:defRPr sz="2667">
                <a:solidFill>
                  <a:schemeClr val="lt1"/>
                </a:solidFill>
              </a:defRPr>
            </a:lvl1pPr>
            <a:lvl2pPr lvl="1" algn="ctr" rtl="0">
              <a:spcBef>
                <a:spcPts val="0"/>
              </a:spcBef>
              <a:spcAft>
                <a:spcPts val="0"/>
              </a:spcAft>
              <a:buSzPts val="3000"/>
              <a:buNone/>
              <a:defRPr sz="4000"/>
            </a:lvl2pPr>
            <a:lvl3pPr lvl="2" algn="ctr" rtl="0">
              <a:spcBef>
                <a:spcPts val="0"/>
              </a:spcBef>
              <a:spcAft>
                <a:spcPts val="0"/>
              </a:spcAft>
              <a:buSzPts val="3000"/>
              <a:buNone/>
              <a:defRPr sz="4000"/>
            </a:lvl3pPr>
            <a:lvl4pPr lvl="3" algn="ctr" rtl="0">
              <a:spcBef>
                <a:spcPts val="0"/>
              </a:spcBef>
              <a:spcAft>
                <a:spcPts val="0"/>
              </a:spcAft>
              <a:buSzPts val="3000"/>
              <a:buNone/>
              <a:defRPr sz="4000"/>
            </a:lvl4pPr>
            <a:lvl5pPr lvl="4" algn="ctr" rtl="0">
              <a:spcBef>
                <a:spcPts val="0"/>
              </a:spcBef>
              <a:spcAft>
                <a:spcPts val="0"/>
              </a:spcAft>
              <a:buSzPts val="3000"/>
              <a:buNone/>
              <a:defRPr sz="4000"/>
            </a:lvl5pPr>
            <a:lvl6pPr lvl="5" algn="ctr" rtl="0">
              <a:spcBef>
                <a:spcPts val="0"/>
              </a:spcBef>
              <a:spcAft>
                <a:spcPts val="0"/>
              </a:spcAft>
              <a:buSzPts val="3000"/>
              <a:buNone/>
              <a:defRPr sz="4000"/>
            </a:lvl6pPr>
            <a:lvl7pPr lvl="6" algn="ctr" rtl="0">
              <a:spcBef>
                <a:spcPts val="0"/>
              </a:spcBef>
              <a:spcAft>
                <a:spcPts val="0"/>
              </a:spcAft>
              <a:buSzPts val="3000"/>
              <a:buNone/>
              <a:defRPr sz="4000"/>
            </a:lvl7pPr>
            <a:lvl8pPr lvl="7" algn="ctr" rtl="0">
              <a:spcBef>
                <a:spcPts val="0"/>
              </a:spcBef>
              <a:spcAft>
                <a:spcPts val="0"/>
              </a:spcAft>
              <a:buSzPts val="3000"/>
              <a:buNone/>
              <a:defRPr sz="4000"/>
            </a:lvl8pPr>
            <a:lvl9pPr lvl="8" algn="ctr" rtl="0">
              <a:spcBef>
                <a:spcPts val="0"/>
              </a:spcBef>
              <a:spcAft>
                <a:spcPts val="0"/>
              </a:spcAft>
              <a:buSzPts val="3000"/>
              <a:buNone/>
              <a:defRPr sz="4000"/>
            </a:lvl9pPr>
          </a:lstStyle>
          <a:p>
            <a:r>
              <a:rPr lang="en-GB"/>
              <a:t>Click to edit Master title style</a:t>
            </a:r>
            <a:endParaRPr/>
          </a:p>
        </p:txBody>
      </p:sp>
      <p:sp>
        <p:nvSpPr>
          <p:cNvPr id="98" name="Google Shape;98;p14"/>
          <p:cNvSpPr txBox="1">
            <a:spLocks noGrp="1"/>
          </p:cNvSpPr>
          <p:nvPr>
            <p:ph type="subTitle" idx="1"/>
          </p:nvPr>
        </p:nvSpPr>
        <p:spPr>
          <a:xfrm>
            <a:off x="3083033" y="1438300"/>
            <a:ext cx="7804800" cy="3124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000"/>
              <a:buNone/>
              <a:defRPr sz="4000">
                <a:solidFill>
                  <a:schemeClr val="lt1"/>
                </a:solidFill>
              </a:defRPr>
            </a:lvl1pPr>
            <a:lvl2pPr lvl="1" algn="ctr" rtl="0">
              <a:lnSpc>
                <a:spcPct val="100000"/>
              </a:lnSpc>
              <a:spcBef>
                <a:spcPts val="0"/>
              </a:spcBef>
              <a:spcAft>
                <a:spcPts val="0"/>
              </a:spcAft>
              <a:buSzPts val="3000"/>
              <a:buNone/>
              <a:defRPr sz="4000"/>
            </a:lvl2pPr>
            <a:lvl3pPr lvl="2" algn="ctr" rtl="0">
              <a:lnSpc>
                <a:spcPct val="100000"/>
              </a:lnSpc>
              <a:spcBef>
                <a:spcPts val="0"/>
              </a:spcBef>
              <a:spcAft>
                <a:spcPts val="0"/>
              </a:spcAft>
              <a:buSzPts val="3000"/>
              <a:buNone/>
              <a:defRPr sz="4000"/>
            </a:lvl3pPr>
            <a:lvl4pPr lvl="3" algn="ctr" rtl="0">
              <a:lnSpc>
                <a:spcPct val="100000"/>
              </a:lnSpc>
              <a:spcBef>
                <a:spcPts val="0"/>
              </a:spcBef>
              <a:spcAft>
                <a:spcPts val="0"/>
              </a:spcAft>
              <a:buSzPts val="3000"/>
              <a:buNone/>
              <a:defRPr sz="4000"/>
            </a:lvl4pPr>
            <a:lvl5pPr lvl="4" algn="ctr" rtl="0">
              <a:lnSpc>
                <a:spcPct val="100000"/>
              </a:lnSpc>
              <a:spcBef>
                <a:spcPts val="0"/>
              </a:spcBef>
              <a:spcAft>
                <a:spcPts val="0"/>
              </a:spcAft>
              <a:buSzPts val="3000"/>
              <a:buNone/>
              <a:defRPr sz="4000"/>
            </a:lvl5pPr>
            <a:lvl6pPr lvl="5" algn="ctr" rtl="0">
              <a:lnSpc>
                <a:spcPct val="100000"/>
              </a:lnSpc>
              <a:spcBef>
                <a:spcPts val="0"/>
              </a:spcBef>
              <a:spcAft>
                <a:spcPts val="0"/>
              </a:spcAft>
              <a:buSzPts val="3000"/>
              <a:buNone/>
              <a:defRPr sz="4000"/>
            </a:lvl6pPr>
            <a:lvl7pPr lvl="6" algn="ctr" rtl="0">
              <a:lnSpc>
                <a:spcPct val="100000"/>
              </a:lnSpc>
              <a:spcBef>
                <a:spcPts val="0"/>
              </a:spcBef>
              <a:spcAft>
                <a:spcPts val="0"/>
              </a:spcAft>
              <a:buSzPts val="3000"/>
              <a:buNone/>
              <a:defRPr sz="4000"/>
            </a:lvl7pPr>
            <a:lvl8pPr lvl="7" algn="ctr" rtl="0">
              <a:lnSpc>
                <a:spcPct val="100000"/>
              </a:lnSpc>
              <a:spcBef>
                <a:spcPts val="0"/>
              </a:spcBef>
              <a:spcAft>
                <a:spcPts val="0"/>
              </a:spcAft>
              <a:buSzPts val="3000"/>
              <a:buNone/>
              <a:defRPr sz="4000"/>
            </a:lvl8pPr>
            <a:lvl9pPr lvl="8" algn="ctr" rtl="0">
              <a:lnSpc>
                <a:spcPct val="100000"/>
              </a:lnSpc>
              <a:spcBef>
                <a:spcPts val="0"/>
              </a:spcBef>
              <a:spcAft>
                <a:spcPts val="0"/>
              </a:spcAft>
              <a:buSzPts val="3000"/>
              <a:buNone/>
              <a:defRPr sz="4000"/>
            </a:lvl9pPr>
          </a:lstStyle>
          <a:p>
            <a:r>
              <a:rPr lang="en-GB"/>
              <a:t>Click to edit Master subtitle style</a:t>
            </a:r>
            <a:endParaRPr/>
          </a:p>
        </p:txBody>
      </p:sp>
      <p:grpSp>
        <p:nvGrpSpPr>
          <p:cNvPr id="99" name="Google Shape;99;p14"/>
          <p:cNvGrpSpPr/>
          <p:nvPr/>
        </p:nvGrpSpPr>
        <p:grpSpPr>
          <a:xfrm>
            <a:off x="-4379261" y="445428"/>
            <a:ext cx="7131200" cy="2871677"/>
            <a:chOff x="-3284446" y="334071"/>
            <a:chExt cx="5348400" cy="2153758"/>
          </a:xfrm>
        </p:grpSpPr>
        <p:sp>
          <p:nvSpPr>
            <p:cNvPr id="100" name="Google Shape;100;p14"/>
            <p:cNvSpPr/>
            <p:nvPr/>
          </p:nvSpPr>
          <p:spPr>
            <a:xfrm rot="5400000" flipH="1">
              <a:off x="1474729" y="1719229"/>
              <a:ext cx="277200" cy="277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sp>
          <p:nvSpPr>
            <p:cNvPr id="101" name="Google Shape;101;p14"/>
            <p:cNvSpPr/>
            <p:nvPr/>
          </p:nvSpPr>
          <p:spPr>
            <a:xfrm rot="5400000" flipH="1">
              <a:off x="-1240246" y="-1710129"/>
              <a:ext cx="1260000" cy="53484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sp>
          <p:nvSpPr>
            <p:cNvPr id="102" name="Google Shape;102;p14"/>
            <p:cNvSpPr/>
            <p:nvPr/>
          </p:nvSpPr>
          <p:spPr>
            <a:xfrm rot="5400000" flipH="1">
              <a:off x="-1240233" y="4129"/>
              <a:ext cx="1260000" cy="3707400"/>
            </a:xfrm>
            <a:prstGeom prst="roundRect">
              <a:avLst>
                <a:gd name="adj" fmla="val 50000"/>
              </a:avLst>
            </a:prstGeom>
            <a:solidFill>
              <a:srgbClr val="F6F6F6">
                <a:alpha val="2063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grpSp>
    </p:spTree>
    <p:extLst>
      <p:ext uri="{BB962C8B-B14F-4D97-AF65-F5344CB8AC3E}">
        <p14:creationId xmlns:p14="http://schemas.microsoft.com/office/powerpoint/2010/main" val="1589809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103"/>
        <p:cNvGrpSpPr/>
        <p:nvPr/>
      </p:nvGrpSpPr>
      <p:grpSpPr>
        <a:xfrm>
          <a:off x="0" y="0"/>
          <a:ext cx="0" cy="0"/>
          <a:chOff x="0" y="0"/>
          <a:chExt cx="0" cy="0"/>
        </a:xfrm>
      </p:grpSpPr>
      <p:sp>
        <p:nvSpPr>
          <p:cNvPr id="104" name="Google Shape;104;p15"/>
          <p:cNvSpPr txBox="1">
            <a:spLocks noGrp="1"/>
          </p:cNvSpPr>
          <p:nvPr>
            <p:ph type="title"/>
          </p:nvPr>
        </p:nvSpPr>
        <p:spPr>
          <a:xfrm>
            <a:off x="960000" y="1702584"/>
            <a:ext cx="4944000" cy="19648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GB"/>
              <a:t>Click to edit Master title style</a:t>
            </a:r>
            <a:endParaRPr/>
          </a:p>
        </p:txBody>
      </p:sp>
      <p:sp>
        <p:nvSpPr>
          <p:cNvPr id="105" name="Google Shape;105;p15"/>
          <p:cNvSpPr txBox="1">
            <a:spLocks noGrp="1"/>
          </p:cNvSpPr>
          <p:nvPr>
            <p:ph type="subTitle" idx="1"/>
          </p:nvPr>
        </p:nvSpPr>
        <p:spPr>
          <a:xfrm>
            <a:off x="960000" y="3667017"/>
            <a:ext cx="4944000" cy="1488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GB"/>
              <a:t>Click to edit Master subtitle style</a:t>
            </a:r>
            <a:endParaRPr/>
          </a:p>
        </p:txBody>
      </p:sp>
      <p:sp>
        <p:nvSpPr>
          <p:cNvPr id="106" name="Google Shape;106;p15"/>
          <p:cNvSpPr>
            <a:spLocks noGrp="1"/>
          </p:cNvSpPr>
          <p:nvPr>
            <p:ph type="pic" idx="2"/>
          </p:nvPr>
        </p:nvSpPr>
        <p:spPr>
          <a:xfrm>
            <a:off x="7030800" y="711817"/>
            <a:ext cx="3880000" cy="5434400"/>
          </a:xfrm>
          <a:prstGeom prst="roundRect">
            <a:avLst>
              <a:gd name="adj" fmla="val 16667"/>
            </a:avLst>
          </a:prstGeom>
          <a:noFill/>
          <a:ln>
            <a:noFill/>
          </a:ln>
        </p:spPr>
      </p:sp>
      <p:grpSp>
        <p:nvGrpSpPr>
          <p:cNvPr id="107" name="Google Shape;107;p15"/>
          <p:cNvGrpSpPr/>
          <p:nvPr/>
        </p:nvGrpSpPr>
        <p:grpSpPr>
          <a:xfrm>
            <a:off x="-1400266" y="5155433"/>
            <a:ext cx="2575767" cy="8396400"/>
            <a:chOff x="-1050200" y="3866575"/>
            <a:chExt cx="1931825" cy="6297300"/>
          </a:xfrm>
        </p:grpSpPr>
        <p:sp>
          <p:nvSpPr>
            <p:cNvPr id="108" name="Google Shape;108;p15"/>
            <p:cNvSpPr/>
            <p:nvPr/>
          </p:nvSpPr>
          <p:spPr>
            <a:xfrm rot="10800000" flipH="1">
              <a:off x="-1050200" y="3866575"/>
              <a:ext cx="1626600" cy="62973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sp>
          <p:nvSpPr>
            <p:cNvPr id="109" name="Google Shape;109;p15"/>
            <p:cNvSpPr/>
            <p:nvPr/>
          </p:nvSpPr>
          <p:spPr>
            <a:xfrm rot="10800000" flipH="1">
              <a:off x="211725" y="4650500"/>
              <a:ext cx="669900" cy="6699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grpSp>
    </p:spTree>
    <p:extLst>
      <p:ext uri="{BB962C8B-B14F-4D97-AF65-F5344CB8AC3E}">
        <p14:creationId xmlns:p14="http://schemas.microsoft.com/office/powerpoint/2010/main" val="13794945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110"/>
        <p:cNvGrpSpPr/>
        <p:nvPr/>
      </p:nvGrpSpPr>
      <p:grpSpPr>
        <a:xfrm>
          <a:off x="0" y="0"/>
          <a:ext cx="0" cy="0"/>
          <a:chOff x="0" y="0"/>
          <a:chExt cx="0" cy="0"/>
        </a:xfrm>
      </p:grpSpPr>
      <p:sp>
        <p:nvSpPr>
          <p:cNvPr id="111" name="Google Shape;111;p16"/>
          <p:cNvSpPr txBox="1">
            <a:spLocks noGrp="1"/>
          </p:cNvSpPr>
          <p:nvPr>
            <p:ph type="title"/>
          </p:nvPr>
        </p:nvSpPr>
        <p:spPr>
          <a:xfrm>
            <a:off x="960000" y="2248200"/>
            <a:ext cx="4070800" cy="8760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GB"/>
              <a:t>Click to edit Master title style</a:t>
            </a:r>
            <a:endParaRPr/>
          </a:p>
        </p:txBody>
      </p:sp>
      <p:sp>
        <p:nvSpPr>
          <p:cNvPr id="112" name="Google Shape;112;p16"/>
          <p:cNvSpPr txBox="1">
            <a:spLocks noGrp="1"/>
          </p:cNvSpPr>
          <p:nvPr>
            <p:ph type="subTitle" idx="1"/>
          </p:nvPr>
        </p:nvSpPr>
        <p:spPr>
          <a:xfrm>
            <a:off x="960000" y="3056200"/>
            <a:ext cx="4070800" cy="1553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GB"/>
              <a:t>Click to edit Master subtitle style</a:t>
            </a:r>
            <a:endParaRPr/>
          </a:p>
        </p:txBody>
      </p:sp>
      <p:grpSp>
        <p:nvGrpSpPr>
          <p:cNvPr id="113" name="Google Shape;113;p16"/>
          <p:cNvGrpSpPr/>
          <p:nvPr/>
        </p:nvGrpSpPr>
        <p:grpSpPr>
          <a:xfrm>
            <a:off x="-142867" y="-6714367"/>
            <a:ext cx="12399000" cy="20286733"/>
            <a:chOff x="-107150" y="-5059050"/>
            <a:chExt cx="9299250" cy="15215050"/>
          </a:xfrm>
        </p:grpSpPr>
        <p:sp>
          <p:nvSpPr>
            <p:cNvPr id="114" name="Google Shape;114;p16"/>
            <p:cNvSpPr/>
            <p:nvPr/>
          </p:nvSpPr>
          <p:spPr>
            <a:xfrm flipH="1">
              <a:off x="-107150" y="-5059050"/>
              <a:ext cx="1026600" cy="6297300"/>
            </a:xfrm>
            <a:prstGeom prst="roundRect">
              <a:avLst>
                <a:gd name="adj" fmla="val 50000"/>
              </a:avLst>
            </a:prstGeom>
            <a:solidFill>
              <a:srgbClr val="74CEC4">
                <a:alpha val="6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sp>
          <p:nvSpPr>
            <p:cNvPr id="115" name="Google Shape;115;p16"/>
            <p:cNvSpPr/>
            <p:nvPr/>
          </p:nvSpPr>
          <p:spPr>
            <a:xfrm flipH="1">
              <a:off x="8165500" y="3858700"/>
              <a:ext cx="1026600" cy="6297300"/>
            </a:xfrm>
            <a:prstGeom prst="roundRect">
              <a:avLst>
                <a:gd name="adj" fmla="val 50000"/>
              </a:avLst>
            </a:prstGeom>
            <a:solidFill>
              <a:srgbClr val="F2557A">
                <a:alpha val="6563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grpSp>
      <p:sp>
        <p:nvSpPr>
          <p:cNvPr id="116" name="Google Shape;116;p16"/>
          <p:cNvSpPr/>
          <p:nvPr/>
        </p:nvSpPr>
        <p:spPr>
          <a:xfrm rot="10800000" flipH="1">
            <a:off x="11241027" y="4074599"/>
            <a:ext cx="1166000" cy="3430800"/>
          </a:xfrm>
          <a:prstGeom prst="roundRect">
            <a:avLst>
              <a:gd name="adj" fmla="val 50000"/>
            </a:avLst>
          </a:prstGeom>
          <a:solidFill>
            <a:srgbClr val="F6F6F6">
              <a:alpha val="20630"/>
            </a:srgbClr>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spTree>
    <p:extLst>
      <p:ext uri="{BB962C8B-B14F-4D97-AF65-F5344CB8AC3E}">
        <p14:creationId xmlns:p14="http://schemas.microsoft.com/office/powerpoint/2010/main" val="39118341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117"/>
        <p:cNvGrpSpPr/>
        <p:nvPr/>
      </p:nvGrpSpPr>
      <p:grpSpPr>
        <a:xfrm>
          <a:off x="0" y="0"/>
          <a:ext cx="0" cy="0"/>
          <a:chOff x="0" y="0"/>
          <a:chExt cx="0" cy="0"/>
        </a:xfrm>
      </p:grpSpPr>
      <p:sp>
        <p:nvSpPr>
          <p:cNvPr id="118" name="Google Shape;118;p17"/>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GB"/>
              <a:t>Click to edit Master title style</a:t>
            </a:r>
            <a:endParaRPr/>
          </a:p>
        </p:txBody>
      </p:sp>
      <p:sp>
        <p:nvSpPr>
          <p:cNvPr id="119" name="Google Shape;119;p17"/>
          <p:cNvSpPr txBox="1">
            <a:spLocks noGrp="1"/>
          </p:cNvSpPr>
          <p:nvPr>
            <p:ph type="body" idx="1"/>
          </p:nvPr>
        </p:nvSpPr>
        <p:spPr>
          <a:xfrm>
            <a:off x="960000" y="1621000"/>
            <a:ext cx="10272000" cy="1409200"/>
          </a:xfrm>
          <a:prstGeom prst="rect">
            <a:avLst/>
          </a:prstGeom>
        </p:spPr>
        <p:txBody>
          <a:bodyPr spcFirstLastPara="1" wrap="square" lIns="91425" tIns="91425" rIns="91425" bIns="91425" anchor="t" anchorCtr="0">
            <a:noAutofit/>
          </a:bodyPr>
          <a:lstStyle>
            <a:lvl1pPr marL="609585" lvl="0" indent="-440256" rtl="0">
              <a:spcBef>
                <a:spcPts val="0"/>
              </a:spcBef>
              <a:spcAft>
                <a:spcPts val="0"/>
              </a:spcAft>
              <a:buSzPts val="1600"/>
              <a:buFont typeface="Albert Sans Light"/>
              <a:buChar char="●"/>
              <a:defRPr/>
            </a:lvl1pPr>
            <a:lvl2pPr marL="1219170" lvl="1" indent="-406390" rtl="0">
              <a:spcBef>
                <a:spcPts val="0"/>
              </a:spcBef>
              <a:spcAft>
                <a:spcPts val="0"/>
              </a:spcAft>
              <a:buSzPts val="1200"/>
              <a:buFont typeface="Nunito Light"/>
              <a:buChar char="○"/>
              <a:defRPr/>
            </a:lvl2pPr>
            <a:lvl3pPr marL="1828754" lvl="2" indent="-406390" rtl="0">
              <a:lnSpc>
                <a:spcPct val="115000"/>
              </a:lnSpc>
              <a:spcBef>
                <a:spcPts val="0"/>
              </a:spcBef>
              <a:spcAft>
                <a:spcPts val="0"/>
              </a:spcAft>
              <a:buClr>
                <a:srgbClr val="FFC800"/>
              </a:buClr>
              <a:buSzPts val="1200"/>
              <a:buFont typeface="Nunito Light"/>
              <a:buChar char="■"/>
              <a:defRPr/>
            </a:lvl3pPr>
            <a:lvl4pPr marL="2438339" lvl="3" indent="-406390" rtl="0">
              <a:lnSpc>
                <a:spcPct val="115000"/>
              </a:lnSpc>
              <a:spcBef>
                <a:spcPts val="0"/>
              </a:spcBef>
              <a:spcAft>
                <a:spcPts val="0"/>
              </a:spcAft>
              <a:buClr>
                <a:srgbClr val="FFC800"/>
              </a:buClr>
              <a:buSzPts val="1200"/>
              <a:buFont typeface="Nunito Light"/>
              <a:buChar char="●"/>
              <a:defRPr/>
            </a:lvl4pPr>
            <a:lvl5pPr marL="3047924" lvl="4" indent="-406390" rtl="0">
              <a:lnSpc>
                <a:spcPct val="115000"/>
              </a:lnSpc>
              <a:spcBef>
                <a:spcPts val="0"/>
              </a:spcBef>
              <a:spcAft>
                <a:spcPts val="0"/>
              </a:spcAft>
              <a:buClr>
                <a:srgbClr val="434343"/>
              </a:buClr>
              <a:buSzPts val="1200"/>
              <a:buFont typeface="Nunito Light"/>
              <a:buChar char="○"/>
              <a:defRPr/>
            </a:lvl5pPr>
            <a:lvl6pPr marL="3657509" lvl="5" indent="-406390" rtl="0">
              <a:lnSpc>
                <a:spcPct val="115000"/>
              </a:lnSpc>
              <a:spcBef>
                <a:spcPts val="0"/>
              </a:spcBef>
              <a:spcAft>
                <a:spcPts val="0"/>
              </a:spcAft>
              <a:buClr>
                <a:srgbClr val="434343"/>
              </a:buClr>
              <a:buSzPts val="1200"/>
              <a:buFont typeface="Nunito Light"/>
              <a:buChar char="■"/>
              <a:defRPr/>
            </a:lvl6pPr>
            <a:lvl7pPr marL="4267093" lvl="6" indent="-406390" rtl="0">
              <a:lnSpc>
                <a:spcPct val="115000"/>
              </a:lnSpc>
              <a:spcBef>
                <a:spcPts val="0"/>
              </a:spcBef>
              <a:spcAft>
                <a:spcPts val="0"/>
              </a:spcAft>
              <a:buClr>
                <a:srgbClr val="434343"/>
              </a:buClr>
              <a:buSzPts val="1200"/>
              <a:buFont typeface="Nunito Light"/>
              <a:buChar char="●"/>
              <a:defRPr/>
            </a:lvl7pPr>
            <a:lvl8pPr marL="4876678" lvl="7" indent="-406390" rtl="0">
              <a:lnSpc>
                <a:spcPct val="115000"/>
              </a:lnSpc>
              <a:spcBef>
                <a:spcPts val="0"/>
              </a:spcBef>
              <a:spcAft>
                <a:spcPts val="0"/>
              </a:spcAft>
              <a:buClr>
                <a:srgbClr val="434343"/>
              </a:buClr>
              <a:buSzPts val="1200"/>
              <a:buFont typeface="Nunito Light"/>
              <a:buChar char="○"/>
              <a:defRPr/>
            </a:lvl8pPr>
            <a:lvl9pPr marL="5486263" lvl="8" indent="-406390" rtl="0">
              <a:lnSpc>
                <a:spcPct val="115000"/>
              </a:lnSpc>
              <a:spcBef>
                <a:spcPts val="0"/>
              </a:spcBef>
              <a:spcAft>
                <a:spcPts val="0"/>
              </a:spcAft>
              <a:buClr>
                <a:srgbClr val="434343"/>
              </a:buClr>
              <a:buSzPts val="1200"/>
              <a:buFont typeface="Nunito Light"/>
              <a:buChar char="■"/>
              <a:defRPr/>
            </a:lvl9pPr>
          </a:lstStyle>
          <a:p>
            <a:pPr lvl="0"/>
            <a:r>
              <a:rPr lang="en-GB"/>
              <a:t>Click to edit Master text styles</a:t>
            </a:r>
          </a:p>
        </p:txBody>
      </p:sp>
    </p:spTree>
    <p:extLst>
      <p:ext uri="{BB962C8B-B14F-4D97-AF65-F5344CB8AC3E}">
        <p14:creationId xmlns:p14="http://schemas.microsoft.com/office/powerpoint/2010/main" val="4193395001"/>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3">
  <p:cSld name="Title and text 3">
    <p:spTree>
      <p:nvGrpSpPr>
        <p:cNvPr id="1" name="Shape 120"/>
        <p:cNvGrpSpPr/>
        <p:nvPr/>
      </p:nvGrpSpPr>
      <p:grpSpPr>
        <a:xfrm>
          <a:off x="0" y="0"/>
          <a:ext cx="0" cy="0"/>
          <a:chOff x="0" y="0"/>
          <a:chExt cx="0" cy="0"/>
        </a:xfrm>
      </p:grpSpPr>
      <p:sp>
        <p:nvSpPr>
          <p:cNvPr id="121" name="Google Shape;121;p18"/>
          <p:cNvSpPr txBox="1">
            <a:spLocks noGrp="1"/>
          </p:cNvSpPr>
          <p:nvPr>
            <p:ph type="title"/>
          </p:nvPr>
        </p:nvSpPr>
        <p:spPr>
          <a:xfrm>
            <a:off x="2328233" y="593367"/>
            <a:ext cx="8912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GB"/>
              <a:t>Click to edit Master title style</a:t>
            </a:r>
            <a:endParaRPr/>
          </a:p>
        </p:txBody>
      </p:sp>
      <p:sp>
        <p:nvSpPr>
          <p:cNvPr id="122" name="Google Shape;122;p18"/>
          <p:cNvSpPr txBox="1">
            <a:spLocks noGrp="1"/>
          </p:cNvSpPr>
          <p:nvPr>
            <p:ph type="body" idx="1"/>
          </p:nvPr>
        </p:nvSpPr>
        <p:spPr>
          <a:xfrm>
            <a:off x="2328233" y="1621000"/>
            <a:ext cx="8912800" cy="45236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SzPts val="1400"/>
              <a:buChar char="●"/>
              <a:defRPr/>
            </a:lvl1pPr>
            <a:lvl2pPr marL="1219170" lvl="1" indent="-423323" rtl="0">
              <a:spcBef>
                <a:spcPts val="0"/>
              </a:spcBef>
              <a:spcAft>
                <a:spcPts val="0"/>
              </a:spcAft>
              <a:buSzPts val="1400"/>
              <a:buChar char="○"/>
              <a:defRPr/>
            </a:lvl2pPr>
            <a:lvl3pPr marL="1828754" lvl="2" indent="-423323" rtl="0">
              <a:lnSpc>
                <a:spcPct val="115000"/>
              </a:lnSpc>
              <a:spcBef>
                <a:spcPts val="0"/>
              </a:spcBef>
              <a:spcAft>
                <a:spcPts val="0"/>
              </a:spcAft>
              <a:buSzPts val="1400"/>
              <a:buChar char="■"/>
              <a:defRPr/>
            </a:lvl3pPr>
            <a:lvl4pPr marL="2438339" lvl="3" indent="-423323" rtl="0">
              <a:lnSpc>
                <a:spcPct val="115000"/>
              </a:lnSpc>
              <a:spcBef>
                <a:spcPts val="0"/>
              </a:spcBef>
              <a:spcAft>
                <a:spcPts val="0"/>
              </a:spcAft>
              <a:buSzPts val="1400"/>
              <a:buChar char="●"/>
              <a:defRPr/>
            </a:lvl4pPr>
            <a:lvl5pPr marL="3047924" lvl="4" indent="-423323" rtl="0">
              <a:lnSpc>
                <a:spcPct val="115000"/>
              </a:lnSpc>
              <a:spcBef>
                <a:spcPts val="0"/>
              </a:spcBef>
              <a:spcAft>
                <a:spcPts val="0"/>
              </a:spcAft>
              <a:buSzPts val="1400"/>
              <a:buChar char="○"/>
              <a:defRPr/>
            </a:lvl5pPr>
            <a:lvl6pPr marL="3657509" lvl="5" indent="-423323" rtl="0">
              <a:lnSpc>
                <a:spcPct val="115000"/>
              </a:lnSpc>
              <a:spcBef>
                <a:spcPts val="0"/>
              </a:spcBef>
              <a:spcAft>
                <a:spcPts val="0"/>
              </a:spcAft>
              <a:buSzPts val="1400"/>
              <a:buChar char="■"/>
              <a:defRPr/>
            </a:lvl6pPr>
            <a:lvl7pPr marL="4267093" lvl="6" indent="-423323" rtl="0">
              <a:lnSpc>
                <a:spcPct val="115000"/>
              </a:lnSpc>
              <a:spcBef>
                <a:spcPts val="0"/>
              </a:spcBef>
              <a:spcAft>
                <a:spcPts val="0"/>
              </a:spcAft>
              <a:buSzPts val="1400"/>
              <a:buChar char="●"/>
              <a:defRPr/>
            </a:lvl7pPr>
            <a:lvl8pPr marL="4876678" lvl="7" indent="-423323" rtl="0">
              <a:lnSpc>
                <a:spcPct val="115000"/>
              </a:lnSpc>
              <a:spcBef>
                <a:spcPts val="0"/>
              </a:spcBef>
              <a:spcAft>
                <a:spcPts val="0"/>
              </a:spcAft>
              <a:buSzPts val="1400"/>
              <a:buChar char="○"/>
              <a:defRPr/>
            </a:lvl8pPr>
            <a:lvl9pPr marL="5486263" lvl="8" indent="-423323" rtl="0">
              <a:lnSpc>
                <a:spcPct val="115000"/>
              </a:lnSpc>
              <a:spcBef>
                <a:spcPts val="0"/>
              </a:spcBef>
              <a:spcAft>
                <a:spcPts val="0"/>
              </a:spcAft>
              <a:buSzPts val="1400"/>
              <a:buChar char="■"/>
              <a:defRPr/>
            </a:lvl9pPr>
          </a:lstStyle>
          <a:p>
            <a:pPr lvl="0"/>
            <a:r>
              <a:rPr lang="en-GB"/>
              <a:t>Click to edit Master text styles</a:t>
            </a:r>
          </a:p>
        </p:txBody>
      </p:sp>
      <p:grpSp>
        <p:nvGrpSpPr>
          <p:cNvPr id="123" name="Google Shape;123;p18"/>
          <p:cNvGrpSpPr/>
          <p:nvPr/>
        </p:nvGrpSpPr>
        <p:grpSpPr>
          <a:xfrm flipH="1">
            <a:off x="-1641133" y="2881267"/>
            <a:ext cx="3306400" cy="8396400"/>
            <a:chOff x="6564450" y="1268000"/>
            <a:chExt cx="2479800" cy="6297300"/>
          </a:xfrm>
        </p:grpSpPr>
        <p:sp>
          <p:nvSpPr>
            <p:cNvPr id="124" name="Google Shape;124;p18"/>
            <p:cNvSpPr/>
            <p:nvPr/>
          </p:nvSpPr>
          <p:spPr>
            <a:xfrm>
              <a:off x="7417650" y="1268000"/>
              <a:ext cx="1626600" cy="62973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sp>
          <p:nvSpPr>
            <p:cNvPr id="125" name="Google Shape;125;p18"/>
            <p:cNvSpPr/>
            <p:nvPr/>
          </p:nvSpPr>
          <p:spPr>
            <a:xfrm>
              <a:off x="6564450" y="2822300"/>
              <a:ext cx="1071600" cy="4365000"/>
            </a:xfrm>
            <a:prstGeom prst="roundRect">
              <a:avLst>
                <a:gd name="adj" fmla="val 50000"/>
              </a:avLst>
            </a:prstGeom>
            <a:solidFill>
              <a:srgbClr val="0584A4">
                <a:alpha val="4063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sp>
          <p:nvSpPr>
            <p:cNvPr id="126" name="Google Shape;126;p18"/>
            <p:cNvSpPr/>
            <p:nvPr/>
          </p:nvSpPr>
          <p:spPr>
            <a:xfrm>
              <a:off x="6890850" y="2109800"/>
              <a:ext cx="418800" cy="418800"/>
            </a:xfrm>
            <a:prstGeom prst="ellipse">
              <a:avLst/>
            </a:prstGeom>
            <a:solidFill>
              <a:srgbClr val="F2557A">
                <a:alpha val="6563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grpSp>
    </p:spTree>
    <p:extLst>
      <p:ext uri="{BB962C8B-B14F-4D97-AF65-F5344CB8AC3E}">
        <p14:creationId xmlns:p14="http://schemas.microsoft.com/office/powerpoint/2010/main" val="520781968"/>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127"/>
        <p:cNvGrpSpPr/>
        <p:nvPr/>
      </p:nvGrpSpPr>
      <p:grpSpPr>
        <a:xfrm>
          <a:off x="0" y="0"/>
          <a:ext cx="0" cy="0"/>
          <a:chOff x="0" y="0"/>
          <a:chExt cx="0" cy="0"/>
        </a:xfrm>
      </p:grpSpPr>
      <p:sp>
        <p:nvSpPr>
          <p:cNvPr id="128" name="Google Shape;128;p19"/>
          <p:cNvSpPr txBox="1">
            <a:spLocks noGrp="1"/>
          </p:cNvSpPr>
          <p:nvPr>
            <p:ph type="title"/>
          </p:nvPr>
        </p:nvSpPr>
        <p:spPr>
          <a:xfrm>
            <a:off x="2295667" y="593367"/>
            <a:ext cx="7600400" cy="1464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GB"/>
              <a:t>Click to edit Master title style</a:t>
            </a:r>
            <a:endParaRPr/>
          </a:p>
        </p:txBody>
      </p:sp>
      <p:grpSp>
        <p:nvGrpSpPr>
          <p:cNvPr id="129" name="Google Shape;129;p19"/>
          <p:cNvGrpSpPr/>
          <p:nvPr/>
        </p:nvGrpSpPr>
        <p:grpSpPr>
          <a:xfrm>
            <a:off x="-142862" y="-1212168"/>
            <a:ext cx="12557091" cy="11990168"/>
            <a:chOff x="-107146" y="-909126"/>
            <a:chExt cx="9417818" cy="8992626"/>
          </a:xfrm>
        </p:grpSpPr>
        <p:sp>
          <p:nvSpPr>
            <p:cNvPr id="130" name="Google Shape;130;p19"/>
            <p:cNvSpPr/>
            <p:nvPr/>
          </p:nvSpPr>
          <p:spPr>
            <a:xfrm rot="10800000" flipH="1">
              <a:off x="8519272" y="3954900"/>
              <a:ext cx="791400" cy="41286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sp>
          <p:nvSpPr>
            <p:cNvPr id="131" name="Google Shape;131;p19"/>
            <p:cNvSpPr/>
            <p:nvPr/>
          </p:nvSpPr>
          <p:spPr>
            <a:xfrm rot="10800000" flipH="1">
              <a:off x="7958000" y="4588140"/>
              <a:ext cx="791400" cy="2862000"/>
            </a:xfrm>
            <a:prstGeom prst="roundRect">
              <a:avLst>
                <a:gd name="adj" fmla="val 50000"/>
              </a:avLst>
            </a:prstGeom>
            <a:solidFill>
              <a:srgbClr val="0584A4">
                <a:alpha val="4063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grpSp>
          <p:nvGrpSpPr>
            <p:cNvPr id="132" name="Google Shape;132;p19"/>
            <p:cNvGrpSpPr/>
            <p:nvPr/>
          </p:nvGrpSpPr>
          <p:grpSpPr>
            <a:xfrm rot="5400000">
              <a:off x="-544100" y="-472171"/>
              <a:ext cx="1828500" cy="954591"/>
              <a:chOff x="-1253563" y="3992679"/>
              <a:chExt cx="1828500" cy="954591"/>
            </a:xfrm>
          </p:grpSpPr>
          <p:sp>
            <p:nvSpPr>
              <p:cNvPr id="133" name="Google Shape;133;p19"/>
              <p:cNvSpPr/>
              <p:nvPr/>
            </p:nvSpPr>
            <p:spPr>
              <a:xfrm rot="5400000" flipH="1">
                <a:off x="-119071" y="3992679"/>
                <a:ext cx="277200" cy="2772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sp>
            <p:nvSpPr>
              <p:cNvPr id="134" name="Google Shape;134;p19"/>
              <p:cNvSpPr/>
              <p:nvPr/>
            </p:nvSpPr>
            <p:spPr>
              <a:xfrm rot="5400000">
                <a:off x="-678013" y="3694320"/>
                <a:ext cx="677400" cy="1828500"/>
              </a:xfrm>
              <a:prstGeom prst="roundRect">
                <a:avLst>
                  <a:gd name="adj" fmla="val 50000"/>
                </a:avLst>
              </a:prstGeom>
              <a:solidFill>
                <a:srgbClr val="F2557A">
                  <a:alpha val="6563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grpSp>
      </p:grpSp>
    </p:spTree>
    <p:extLst>
      <p:ext uri="{BB962C8B-B14F-4D97-AF65-F5344CB8AC3E}">
        <p14:creationId xmlns:p14="http://schemas.microsoft.com/office/powerpoint/2010/main" val="3751908926"/>
      </p:ext>
    </p:extLst>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135"/>
        <p:cNvGrpSpPr/>
        <p:nvPr/>
      </p:nvGrpSpPr>
      <p:grpSpPr>
        <a:xfrm>
          <a:off x="0" y="0"/>
          <a:ext cx="0" cy="0"/>
          <a:chOff x="0" y="0"/>
          <a:chExt cx="0" cy="0"/>
        </a:xfrm>
      </p:grpSpPr>
      <p:sp>
        <p:nvSpPr>
          <p:cNvPr id="136" name="Google Shape;136;p20"/>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r>
              <a:rPr lang="en-GB"/>
              <a:t>Click to edit Master title style</a:t>
            </a:r>
            <a:endParaRPr/>
          </a:p>
        </p:txBody>
      </p:sp>
      <p:grpSp>
        <p:nvGrpSpPr>
          <p:cNvPr id="137" name="Google Shape;137;p20"/>
          <p:cNvGrpSpPr/>
          <p:nvPr/>
        </p:nvGrpSpPr>
        <p:grpSpPr>
          <a:xfrm flipH="1">
            <a:off x="-1096621" y="-5100675"/>
            <a:ext cx="13311300" cy="11958675"/>
            <a:chOff x="-22300" y="-3825506"/>
            <a:chExt cx="9983475" cy="8969006"/>
          </a:xfrm>
        </p:grpSpPr>
        <p:sp>
          <p:nvSpPr>
            <p:cNvPr id="138" name="Google Shape;138;p20"/>
            <p:cNvSpPr/>
            <p:nvPr/>
          </p:nvSpPr>
          <p:spPr>
            <a:xfrm flipH="1">
              <a:off x="8312375" y="-678400"/>
              <a:ext cx="1648800" cy="16488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sp>
          <p:nvSpPr>
            <p:cNvPr id="139" name="Google Shape;139;p20"/>
            <p:cNvSpPr/>
            <p:nvPr/>
          </p:nvSpPr>
          <p:spPr>
            <a:xfrm rot="5400000" flipH="1">
              <a:off x="-27100" y="4612200"/>
              <a:ext cx="536100" cy="526500"/>
            </a:xfrm>
            <a:prstGeom prst="round1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sp>
          <p:nvSpPr>
            <p:cNvPr id="140" name="Google Shape;140;p20"/>
            <p:cNvSpPr/>
            <p:nvPr/>
          </p:nvSpPr>
          <p:spPr>
            <a:xfrm flipH="1">
              <a:off x="171200" y="4469010"/>
              <a:ext cx="526500" cy="526500"/>
            </a:xfrm>
            <a:prstGeom prst="ellipse">
              <a:avLst/>
            </a:prstGeom>
            <a:solidFill>
              <a:srgbClr val="0584A4">
                <a:alpha val="4063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sp>
          <p:nvSpPr>
            <p:cNvPr id="141" name="Google Shape;141;p20"/>
            <p:cNvSpPr/>
            <p:nvPr/>
          </p:nvSpPr>
          <p:spPr>
            <a:xfrm>
              <a:off x="7819550" y="-3825506"/>
              <a:ext cx="1483500" cy="4365000"/>
            </a:xfrm>
            <a:prstGeom prst="roundRect">
              <a:avLst>
                <a:gd name="adj" fmla="val 50000"/>
              </a:avLst>
            </a:prstGeom>
            <a:solidFill>
              <a:srgbClr val="F6F6F6">
                <a:alpha val="6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grpSp>
    </p:spTree>
    <p:extLst>
      <p:ext uri="{BB962C8B-B14F-4D97-AF65-F5344CB8AC3E}">
        <p14:creationId xmlns:p14="http://schemas.microsoft.com/office/powerpoint/2010/main" val="2072293712"/>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3">
  <p:cSld name="Title only 3">
    <p:spTree>
      <p:nvGrpSpPr>
        <p:cNvPr id="1" name="Shape 142"/>
        <p:cNvGrpSpPr/>
        <p:nvPr/>
      </p:nvGrpSpPr>
      <p:grpSpPr>
        <a:xfrm>
          <a:off x="0" y="0"/>
          <a:ext cx="0" cy="0"/>
          <a:chOff x="0" y="0"/>
          <a:chExt cx="0" cy="0"/>
        </a:xfrm>
      </p:grpSpPr>
      <p:sp>
        <p:nvSpPr>
          <p:cNvPr id="143" name="Google Shape;143;p21"/>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r>
              <a:rPr lang="en-GB"/>
              <a:t>Click to edit Master title style</a:t>
            </a:r>
            <a:endParaRPr/>
          </a:p>
        </p:txBody>
      </p:sp>
      <p:grpSp>
        <p:nvGrpSpPr>
          <p:cNvPr id="144" name="Google Shape;144;p21"/>
          <p:cNvGrpSpPr/>
          <p:nvPr/>
        </p:nvGrpSpPr>
        <p:grpSpPr>
          <a:xfrm>
            <a:off x="-142862" y="-1212168"/>
            <a:ext cx="12557091" cy="11990168"/>
            <a:chOff x="-107146" y="-909126"/>
            <a:chExt cx="9417818" cy="8992626"/>
          </a:xfrm>
        </p:grpSpPr>
        <p:sp>
          <p:nvSpPr>
            <p:cNvPr id="145" name="Google Shape;145;p21"/>
            <p:cNvSpPr/>
            <p:nvPr/>
          </p:nvSpPr>
          <p:spPr>
            <a:xfrm rot="10800000" flipH="1">
              <a:off x="8519272" y="3954900"/>
              <a:ext cx="791400" cy="41286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sp>
          <p:nvSpPr>
            <p:cNvPr id="146" name="Google Shape;146;p21"/>
            <p:cNvSpPr/>
            <p:nvPr/>
          </p:nvSpPr>
          <p:spPr>
            <a:xfrm rot="10800000" flipH="1">
              <a:off x="7958000" y="4588140"/>
              <a:ext cx="791400" cy="2862000"/>
            </a:xfrm>
            <a:prstGeom prst="roundRect">
              <a:avLst>
                <a:gd name="adj" fmla="val 50000"/>
              </a:avLst>
            </a:prstGeom>
            <a:solidFill>
              <a:srgbClr val="0584A4">
                <a:alpha val="4063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grpSp>
          <p:nvGrpSpPr>
            <p:cNvPr id="147" name="Google Shape;147;p21"/>
            <p:cNvGrpSpPr/>
            <p:nvPr/>
          </p:nvGrpSpPr>
          <p:grpSpPr>
            <a:xfrm rot="5400000">
              <a:off x="-544100" y="-472171"/>
              <a:ext cx="1828500" cy="954591"/>
              <a:chOff x="-1253563" y="3992679"/>
              <a:chExt cx="1828500" cy="954591"/>
            </a:xfrm>
          </p:grpSpPr>
          <p:sp>
            <p:nvSpPr>
              <p:cNvPr id="148" name="Google Shape;148;p21"/>
              <p:cNvSpPr/>
              <p:nvPr/>
            </p:nvSpPr>
            <p:spPr>
              <a:xfrm rot="5400000" flipH="1">
                <a:off x="-119071" y="3992679"/>
                <a:ext cx="277200" cy="2772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sp>
            <p:nvSpPr>
              <p:cNvPr id="149" name="Google Shape;149;p21"/>
              <p:cNvSpPr/>
              <p:nvPr/>
            </p:nvSpPr>
            <p:spPr>
              <a:xfrm rot="5400000">
                <a:off x="-678013" y="3694320"/>
                <a:ext cx="677400" cy="1828500"/>
              </a:xfrm>
              <a:prstGeom prst="roundRect">
                <a:avLst>
                  <a:gd name="adj" fmla="val 50000"/>
                </a:avLst>
              </a:prstGeom>
              <a:solidFill>
                <a:srgbClr val="F2557A">
                  <a:alpha val="6563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grpSp>
      </p:grpSp>
    </p:spTree>
    <p:extLst>
      <p:ext uri="{BB962C8B-B14F-4D97-AF65-F5344CB8AC3E}">
        <p14:creationId xmlns:p14="http://schemas.microsoft.com/office/powerpoint/2010/main" val="669987382"/>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150"/>
        <p:cNvGrpSpPr/>
        <p:nvPr/>
      </p:nvGrpSpPr>
      <p:grpSpPr>
        <a:xfrm>
          <a:off x="0" y="0"/>
          <a:ext cx="0" cy="0"/>
          <a:chOff x="0" y="0"/>
          <a:chExt cx="0" cy="0"/>
        </a:xfrm>
      </p:grpSpPr>
      <p:sp>
        <p:nvSpPr>
          <p:cNvPr id="151" name="Google Shape;151;p22"/>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GB"/>
              <a:t>Click to edit Master title style</a:t>
            </a:r>
            <a:endParaRPr/>
          </a:p>
        </p:txBody>
      </p:sp>
      <p:sp>
        <p:nvSpPr>
          <p:cNvPr id="152" name="Google Shape;152;p22"/>
          <p:cNvSpPr txBox="1">
            <a:spLocks noGrp="1"/>
          </p:cNvSpPr>
          <p:nvPr>
            <p:ph type="subTitle" idx="1"/>
          </p:nvPr>
        </p:nvSpPr>
        <p:spPr>
          <a:xfrm>
            <a:off x="4133145" y="2281300"/>
            <a:ext cx="4826400" cy="763600"/>
          </a:xfrm>
          <a:prstGeom prst="rect">
            <a:avLst/>
          </a:prstGeom>
          <a:ln>
            <a:noFill/>
          </a:ln>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GB"/>
              <a:t>Click to edit Master subtitle style</a:t>
            </a:r>
            <a:endParaRPr/>
          </a:p>
        </p:txBody>
      </p:sp>
      <p:sp>
        <p:nvSpPr>
          <p:cNvPr id="153" name="Google Shape;153;p22"/>
          <p:cNvSpPr txBox="1">
            <a:spLocks noGrp="1"/>
          </p:cNvSpPr>
          <p:nvPr>
            <p:ph type="subTitle" idx="2"/>
          </p:nvPr>
        </p:nvSpPr>
        <p:spPr>
          <a:xfrm>
            <a:off x="4133145" y="5262433"/>
            <a:ext cx="4826400" cy="763600"/>
          </a:xfrm>
          <a:prstGeom prst="rect">
            <a:avLst/>
          </a:prstGeom>
          <a:ln>
            <a:noFill/>
          </a:ln>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GB"/>
              <a:t>Click to edit Master subtitle style</a:t>
            </a:r>
            <a:endParaRPr/>
          </a:p>
        </p:txBody>
      </p:sp>
      <p:sp>
        <p:nvSpPr>
          <p:cNvPr id="154" name="Google Shape;154;p22"/>
          <p:cNvSpPr txBox="1">
            <a:spLocks noGrp="1"/>
          </p:cNvSpPr>
          <p:nvPr>
            <p:ph type="subTitle" idx="3"/>
          </p:nvPr>
        </p:nvSpPr>
        <p:spPr>
          <a:xfrm>
            <a:off x="4133145" y="3771867"/>
            <a:ext cx="4826400" cy="763600"/>
          </a:xfrm>
          <a:prstGeom prst="rect">
            <a:avLst/>
          </a:prstGeom>
          <a:ln>
            <a:noFill/>
          </a:ln>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GB"/>
              <a:t>Click to edit Master subtitle style</a:t>
            </a:r>
            <a:endParaRPr/>
          </a:p>
        </p:txBody>
      </p:sp>
      <p:sp>
        <p:nvSpPr>
          <p:cNvPr id="155" name="Google Shape;155;p22"/>
          <p:cNvSpPr txBox="1">
            <a:spLocks noGrp="1"/>
          </p:cNvSpPr>
          <p:nvPr>
            <p:ph type="subTitle" idx="4"/>
          </p:nvPr>
        </p:nvSpPr>
        <p:spPr>
          <a:xfrm>
            <a:off x="4133145" y="1766100"/>
            <a:ext cx="4826400" cy="698000"/>
          </a:xfrm>
          <a:prstGeom prst="rect">
            <a:avLst/>
          </a:prstGeom>
          <a:ln>
            <a:noFill/>
          </a:ln>
        </p:spPr>
        <p:txBody>
          <a:bodyPr spcFirstLastPara="1" wrap="square" lIns="91425" tIns="91425" rIns="91425" bIns="91425" anchor="b" anchorCtr="0">
            <a:noAutofit/>
          </a:bodyPr>
          <a:lstStyle>
            <a:lvl1pPr lvl="0" rtl="0">
              <a:lnSpc>
                <a:spcPct val="115000"/>
              </a:lnSpc>
              <a:spcBef>
                <a:spcPts val="0"/>
              </a:spcBef>
              <a:spcAft>
                <a:spcPts val="0"/>
              </a:spcAft>
              <a:buSzPts val="2600"/>
              <a:buFont typeface="DM Sans"/>
              <a:buNone/>
              <a:defRPr sz="2667" b="1">
                <a:latin typeface="Poppins"/>
                <a:ea typeface="Poppins"/>
                <a:cs typeface="Poppins"/>
                <a:sym typeface="Poppins"/>
              </a:defRPr>
            </a:lvl1pPr>
            <a:lvl2pPr lvl="1" algn="ctr" rtl="0">
              <a:lnSpc>
                <a:spcPct val="115000"/>
              </a:lnSpc>
              <a:spcBef>
                <a:spcPts val="0"/>
              </a:spcBef>
              <a:spcAft>
                <a:spcPts val="0"/>
              </a:spcAft>
              <a:buSzPts val="2600"/>
              <a:buFont typeface="DM Sans"/>
              <a:buNone/>
              <a:defRPr sz="3467" b="1">
                <a:latin typeface="DM Sans"/>
                <a:ea typeface="DM Sans"/>
                <a:cs typeface="DM Sans"/>
                <a:sym typeface="DM Sans"/>
              </a:defRPr>
            </a:lvl2pPr>
            <a:lvl3pPr lvl="2" algn="ctr" rtl="0">
              <a:lnSpc>
                <a:spcPct val="115000"/>
              </a:lnSpc>
              <a:spcBef>
                <a:spcPts val="0"/>
              </a:spcBef>
              <a:spcAft>
                <a:spcPts val="0"/>
              </a:spcAft>
              <a:buSzPts val="2600"/>
              <a:buFont typeface="DM Sans"/>
              <a:buNone/>
              <a:defRPr sz="3467" b="1">
                <a:latin typeface="DM Sans"/>
                <a:ea typeface="DM Sans"/>
                <a:cs typeface="DM Sans"/>
                <a:sym typeface="DM Sans"/>
              </a:defRPr>
            </a:lvl3pPr>
            <a:lvl4pPr lvl="3" algn="ctr" rtl="0">
              <a:lnSpc>
                <a:spcPct val="115000"/>
              </a:lnSpc>
              <a:spcBef>
                <a:spcPts val="0"/>
              </a:spcBef>
              <a:spcAft>
                <a:spcPts val="0"/>
              </a:spcAft>
              <a:buSzPts val="2600"/>
              <a:buFont typeface="DM Sans"/>
              <a:buNone/>
              <a:defRPr sz="3467" b="1">
                <a:latin typeface="DM Sans"/>
                <a:ea typeface="DM Sans"/>
                <a:cs typeface="DM Sans"/>
                <a:sym typeface="DM Sans"/>
              </a:defRPr>
            </a:lvl4pPr>
            <a:lvl5pPr lvl="4" algn="ctr" rtl="0">
              <a:lnSpc>
                <a:spcPct val="115000"/>
              </a:lnSpc>
              <a:spcBef>
                <a:spcPts val="0"/>
              </a:spcBef>
              <a:spcAft>
                <a:spcPts val="0"/>
              </a:spcAft>
              <a:buSzPts val="2600"/>
              <a:buFont typeface="DM Sans"/>
              <a:buNone/>
              <a:defRPr sz="3467" b="1">
                <a:latin typeface="DM Sans"/>
                <a:ea typeface="DM Sans"/>
                <a:cs typeface="DM Sans"/>
                <a:sym typeface="DM Sans"/>
              </a:defRPr>
            </a:lvl5pPr>
            <a:lvl6pPr lvl="5" algn="ctr" rtl="0">
              <a:lnSpc>
                <a:spcPct val="115000"/>
              </a:lnSpc>
              <a:spcBef>
                <a:spcPts val="0"/>
              </a:spcBef>
              <a:spcAft>
                <a:spcPts val="0"/>
              </a:spcAft>
              <a:buSzPts val="2600"/>
              <a:buFont typeface="DM Sans"/>
              <a:buNone/>
              <a:defRPr sz="3467" b="1">
                <a:latin typeface="DM Sans"/>
                <a:ea typeface="DM Sans"/>
                <a:cs typeface="DM Sans"/>
                <a:sym typeface="DM Sans"/>
              </a:defRPr>
            </a:lvl6pPr>
            <a:lvl7pPr lvl="6" algn="ctr" rtl="0">
              <a:lnSpc>
                <a:spcPct val="115000"/>
              </a:lnSpc>
              <a:spcBef>
                <a:spcPts val="0"/>
              </a:spcBef>
              <a:spcAft>
                <a:spcPts val="0"/>
              </a:spcAft>
              <a:buSzPts val="2600"/>
              <a:buFont typeface="DM Sans"/>
              <a:buNone/>
              <a:defRPr sz="3467" b="1">
                <a:latin typeface="DM Sans"/>
                <a:ea typeface="DM Sans"/>
                <a:cs typeface="DM Sans"/>
                <a:sym typeface="DM Sans"/>
              </a:defRPr>
            </a:lvl7pPr>
            <a:lvl8pPr lvl="7" algn="ctr" rtl="0">
              <a:lnSpc>
                <a:spcPct val="115000"/>
              </a:lnSpc>
              <a:spcBef>
                <a:spcPts val="0"/>
              </a:spcBef>
              <a:spcAft>
                <a:spcPts val="0"/>
              </a:spcAft>
              <a:buSzPts val="2600"/>
              <a:buFont typeface="DM Sans"/>
              <a:buNone/>
              <a:defRPr sz="3467" b="1">
                <a:latin typeface="DM Sans"/>
                <a:ea typeface="DM Sans"/>
                <a:cs typeface="DM Sans"/>
                <a:sym typeface="DM Sans"/>
              </a:defRPr>
            </a:lvl8pPr>
            <a:lvl9pPr lvl="8" algn="ctr" rtl="0">
              <a:lnSpc>
                <a:spcPct val="115000"/>
              </a:lnSpc>
              <a:spcBef>
                <a:spcPts val="0"/>
              </a:spcBef>
              <a:spcAft>
                <a:spcPts val="0"/>
              </a:spcAft>
              <a:buSzPts val="2600"/>
              <a:buFont typeface="DM Sans"/>
              <a:buNone/>
              <a:defRPr sz="3467" b="1">
                <a:latin typeface="DM Sans"/>
                <a:ea typeface="DM Sans"/>
                <a:cs typeface="DM Sans"/>
                <a:sym typeface="DM Sans"/>
              </a:defRPr>
            </a:lvl9pPr>
          </a:lstStyle>
          <a:p>
            <a:r>
              <a:rPr lang="en-GB"/>
              <a:t>Click to edit Master subtitle style</a:t>
            </a:r>
            <a:endParaRPr/>
          </a:p>
        </p:txBody>
      </p:sp>
      <p:sp>
        <p:nvSpPr>
          <p:cNvPr id="156" name="Google Shape;156;p22"/>
          <p:cNvSpPr txBox="1">
            <a:spLocks noGrp="1"/>
          </p:cNvSpPr>
          <p:nvPr>
            <p:ph type="subTitle" idx="5"/>
          </p:nvPr>
        </p:nvSpPr>
        <p:spPr>
          <a:xfrm>
            <a:off x="4133145" y="4747233"/>
            <a:ext cx="4826400" cy="698000"/>
          </a:xfrm>
          <a:prstGeom prst="rect">
            <a:avLst/>
          </a:prstGeom>
          <a:ln>
            <a:noFill/>
          </a:ln>
        </p:spPr>
        <p:txBody>
          <a:bodyPr spcFirstLastPara="1" wrap="square" lIns="91425" tIns="91425" rIns="91425" bIns="91425" anchor="b" anchorCtr="0">
            <a:noAutofit/>
          </a:bodyPr>
          <a:lstStyle>
            <a:lvl1pPr lvl="0" rtl="0">
              <a:lnSpc>
                <a:spcPct val="115000"/>
              </a:lnSpc>
              <a:spcBef>
                <a:spcPts val="0"/>
              </a:spcBef>
              <a:spcAft>
                <a:spcPts val="0"/>
              </a:spcAft>
              <a:buSzPts val="2600"/>
              <a:buFont typeface="DM Sans"/>
              <a:buNone/>
              <a:defRPr sz="2667" b="1">
                <a:latin typeface="Poppins"/>
                <a:ea typeface="Poppins"/>
                <a:cs typeface="Poppins"/>
                <a:sym typeface="Poppins"/>
              </a:defRPr>
            </a:lvl1pPr>
            <a:lvl2pPr lvl="1" algn="ctr" rtl="0">
              <a:lnSpc>
                <a:spcPct val="115000"/>
              </a:lnSpc>
              <a:spcBef>
                <a:spcPts val="0"/>
              </a:spcBef>
              <a:spcAft>
                <a:spcPts val="0"/>
              </a:spcAft>
              <a:buSzPts val="2600"/>
              <a:buFont typeface="DM Sans"/>
              <a:buNone/>
              <a:defRPr sz="3467" b="1">
                <a:latin typeface="DM Sans"/>
                <a:ea typeface="DM Sans"/>
                <a:cs typeface="DM Sans"/>
                <a:sym typeface="DM Sans"/>
              </a:defRPr>
            </a:lvl2pPr>
            <a:lvl3pPr lvl="2" algn="ctr" rtl="0">
              <a:lnSpc>
                <a:spcPct val="115000"/>
              </a:lnSpc>
              <a:spcBef>
                <a:spcPts val="0"/>
              </a:spcBef>
              <a:spcAft>
                <a:spcPts val="0"/>
              </a:spcAft>
              <a:buSzPts val="2600"/>
              <a:buFont typeface="DM Sans"/>
              <a:buNone/>
              <a:defRPr sz="3467" b="1">
                <a:latin typeface="DM Sans"/>
                <a:ea typeface="DM Sans"/>
                <a:cs typeface="DM Sans"/>
                <a:sym typeface="DM Sans"/>
              </a:defRPr>
            </a:lvl3pPr>
            <a:lvl4pPr lvl="3" algn="ctr" rtl="0">
              <a:lnSpc>
                <a:spcPct val="115000"/>
              </a:lnSpc>
              <a:spcBef>
                <a:spcPts val="0"/>
              </a:spcBef>
              <a:spcAft>
                <a:spcPts val="0"/>
              </a:spcAft>
              <a:buSzPts val="2600"/>
              <a:buFont typeface="DM Sans"/>
              <a:buNone/>
              <a:defRPr sz="3467" b="1">
                <a:latin typeface="DM Sans"/>
                <a:ea typeface="DM Sans"/>
                <a:cs typeface="DM Sans"/>
                <a:sym typeface="DM Sans"/>
              </a:defRPr>
            </a:lvl4pPr>
            <a:lvl5pPr lvl="4" algn="ctr" rtl="0">
              <a:lnSpc>
                <a:spcPct val="115000"/>
              </a:lnSpc>
              <a:spcBef>
                <a:spcPts val="0"/>
              </a:spcBef>
              <a:spcAft>
                <a:spcPts val="0"/>
              </a:spcAft>
              <a:buSzPts val="2600"/>
              <a:buFont typeface="DM Sans"/>
              <a:buNone/>
              <a:defRPr sz="3467" b="1">
                <a:latin typeface="DM Sans"/>
                <a:ea typeface="DM Sans"/>
                <a:cs typeface="DM Sans"/>
                <a:sym typeface="DM Sans"/>
              </a:defRPr>
            </a:lvl5pPr>
            <a:lvl6pPr lvl="5" algn="ctr" rtl="0">
              <a:lnSpc>
                <a:spcPct val="115000"/>
              </a:lnSpc>
              <a:spcBef>
                <a:spcPts val="0"/>
              </a:spcBef>
              <a:spcAft>
                <a:spcPts val="0"/>
              </a:spcAft>
              <a:buSzPts val="2600"/>
              <a:buFont typeface="DM Sans"/>
              <a:buNone/>
              <a:defRPr sz="3467" b="1">
                <a:latin typeface="DM Sans"/>
                <a:ea typeface="DM Sans"/>
                <a:cs typeface="DM Sans"/>
                <a:sym typeface="DM Sans"/>
              </a:defRPr>
            </a:lvl6pPr>
            <a:lvl7pPr lvl="6" algn="ctr" rtl="0">
              <a:lnSpc>
                <a:spcPct val="115000"/>
              </a:lnSpc>
              <a:spcBef>
                <a:spcPts val="0"/>
              </a:spcBef>
              <a:spcAft>
                <a:spcPts val="0"/>
              </a:spcAft>
              <a:buSzPts val="2600"/>
              <a:buFont typeface="DM Sans"/>
              <a:buNone/>
              <a:defRPr sz="3467" b="1">
                <a:latin typeface="DM Sans"/>
                <a:ea typeface="DM Sans"/>
                <a:cs typeface="DM Sans"/>
                <a:sym typeface="DM Sans"/>
              </a:defRPr>
            </a:lvl7pPr>
            <a:lvl8pPr lvl="7" algn="ctr" rtl="0">
              <a:lnSpc>
                <a:spcPct val="115000"/>
              </a:lnSpc>
              <a:spcBef>
                <a:spcPts val="0"/>
              </a:spcBef>
              <a:spcAft>
                <a:spcPts val="0"/>
              </a:spcAft>
              <a:buSzPts val="2600"/>
              <a:buFont typeface="DM Sans"/>
              <a:buNone/>
              <a:defRPr sz="3467" b="1">
                <a:latin typeface="DM Sans"/>
                <a:ea typeface="DM Sans"/>
                <a:cs typeface="DM Sans"/>
                <a:sym typeface="DM Sans"/>
              </a:defRPr>
            </a:lvl8pPr>
            <a:lvl9pPr lvl="8" algn="ctr" rtl="0">
              <a:lnSpc>
                <a:spcPct val="115000"/>
              </a:lnSpc>
              <a:spcBef>
                <a:spcPts val="0"/>
              </a:spcBef>
              <a:spcAft>
                <a:spcPts val="0"/>
              </a:spcAft>
              <a:buSzPts val="2600"/>
              <a:buFont typeface="DM Sans"/>
              <a:buNone/>
              <a:defRPr sz="3467" b="1">
                <a:latin typeface="DM Sans"/>
                <a:ea typeface="DM Sans"/>
                <a:cs typeface="DM Sans"/>
                <a:sym typeface="DM Sans"/>
              </a:defRPr>
            </a:lvl9pPr>
          </a:lstStyle>
          <a:p>
            <a:r>
              <a:rPr lang="en-GB"/>
              <a:t>Click to edit Master subtitle style</a:t>
            </a:r>
            <a:endParaRPr/>
          </a:p>
        </p:txBody>
      </p:sp>
      <p:sp>
        <p:nvSpPr>
          <p:cNvPr id="157" name="Google Shape;157;p22"/>
          <p:cNvSpPr txBox="1">
            <a:spLocks noGrp="1"/>
          </p:cNvSpPr>
          <p:nvPr>
            <p:ph type="subTitle" idx="6"/>
          </p:nvPr>
        </p:nvSpPr>
        <p:spPr>
          <a:xfrm>
            <a:off x="4133145" y="3256667"/>
            <a:ext cx="4826400" cy="698000"/>
          </a:xfrm>
          <a:prstGeom prst="rect">
            <a:avLst/>
          </a:prstGeom>
          <a:ln>
            <a:noFill/>
          </a:ln>
        </p:spPr>
        <p:txBody>
          <a:bodyPr spcFirstLastPara="1" wrap="square" lIns="91425" tIns="91425" rIns="91425" bIns="91425" anchor="b" anchorCtr="0">
            <a:noAutofit/>
          </a:bodyPr>
          <a:lstStyle>
            <a:lvl1pPr lvl="0" rtl="0">
              <a:lnSpc>
                <a:spcPct val="115000"/>
              </a:lnSpc>
              <a:spcBef>
                <a:spcPts val="0"/>
              </a:spcBef>
              <a:spcAft>
                <a:spcPts val="0"/>
              </a:spcAft>
              <a:buSzPts val="2600"/>
              <a:buFont typeface="DM Sans"/>
              <a:buNone/>
              <a:defRPr sz="2667" b="1">
                <a:latin typeface="Poppins"/>
                <a:ea typeface="Poppins"/>
                <a:cs typeface="Poppins"/>
                <a:sym typeface="Poppins"/>
              </a:defRPr>
            </a:lvl1pPr>
            <a:lvl2pPr lvl="1" algn="ctr" rtl="0">
              <a:lnSpc>
                <a:spcPct val="115000"/>
              </a:lnSpc>
              <a:spcBef>
                <a:spcPts val="0"/>
              </a:spcBef>
              <a:spcAft>
                <a:spcPts val="0"/>
              </a:spcAft>
              <a:buSzPts val="2600"/>
              <a:buFont typeface="DM Sans"/>
              <a:buNone/>
              <a:defRPr sz="3467" b="1">
                <a:latin typeface="DM Sans"/>
                <a:ea typeface="DM Sans"/>
                <a:cs typeface="DM Sans"/>
                <a:sym typeface="DM Sans"/>
              </a:defRPr>
            </a:lvl2pPr>
            <a:lvl3pPr lvl="2" algn="ctr" rtl="0">
              <a:lnSpc>
                <a:spcPct val="115000"/>
              </a:lnSpc>
              <a:spcBef>
                <a:spcPts val="0"/>
              </a:spcBef>
              <a:spcAft>
                <a:spcPts val="0"/>
              </a:spcAft>
              <a:buSzPts val="2600"/>
              <a:buFont typeface="DM Sans"/>
              <a:buNone/>
              <a:defRPr sz="3467" b="1">
                <a:latin typeface="DM Sans"/>
                <a:ea typeface="DM Sans"/>
                <a:cs typeface="DM Sans"/>
                <a:sym typeface="DM Sans"/>
              </a:defRPr>
            </a:lvl3pPr>
            <a:lvl4pPr lvl="3" algn="ctr" rtl="0">
              <a:lnSpc>
                <a:spcPct val="115000"/>
              </a:lnSpc>
              <a:spcBef>
                <a:spcPts val="0"/>
              </a:spcBef>
              <a:spcAft>
                <a:spcPts val="0"/>
              </a:spcAft>
              <a:buSzPts val="2600"/>
              <a:buFont typeface="DM Sans"/>
              <a:buNone/>
              <a:defRPr sz="3467" b="1">
                <a:latin typeface="DM Sans"/>
                <a:ea typeface="DM Sans"/>
                <a:cs typeface="DM Sans"/>
                <a:sym typeface="DM Sans"/>
              </a:defRPr>
            </a:lvl4pPr>
            <a:lvl5pPr lvl="4" algn="ctr" rtl="0">
              <a:lnSpc>
                <a:spcPct val="115000"/>
              </a:lnSpc>
              <a:spcBef>
                <a:spcPts val="0"/>
              </a:spcBef>
              <a:spcAft>
                <a:spcPts val="0"/>
              </a:spcAft>
              <a:buSzPts val="2600"/>
              <a:buFont typeface="DM Sans"/>
              <a:buNone/>
              <a:defRPr sz="3467" b="1">
                <a:latin typeface="DM Sans"/>
                <a:ea typeface="DM Sans"/>
                <a:cs typeface="DM Sans"/>
                <a:sym typeface="DM Sans"/>
              </a:defRPr>
            </a:lvl5pPr>
            <a:lvl6pPr lvl="5" algn="ctr" rtl="0">
              <a:lnSpc>
                <a:spcPct val="115000"/>
              </a:lnSpc>
              <a:spcBef>
                <a:spcPts val="0"/>
              </a:spcBef>
              <a:spcAft>
                <a:spcPts val="0"/>
              </a:spcAft>
              <a:buSzPts val="2600"/>
              <a:buFont typeface="DM Sans"/>
              <a:buNone/>
              <a:defRPr sz="3467" b="1">
                <a:latin typeface="DM Sans"/>
                <a:ea typeface="DM Sans"/>
                <a:cs typeface="DM Sans"/>
                <a:sym typeface="DM Sans"/>
              </a:defRPr>
            </a:lvl6pPr>
            <a:lvl7pPr lvl="6" algn="ctr" rtl="0">
              <a:lnSpc>
                <a:spcPct val="115000"/>
              </a:lnSpc>
              <a:spcBef>
                <a:spcPts val="0"/>
              </a:spcBef>
              <a:spcAft>
                <a:spcPts val="0"/>
              </a:spcAft>
              <a:buSzPts val="2600"/>
              <a:buFont typeface="DM Sans"/>
              <a:buNone/>
              <a:defRPr sz="3467" b="1">
                <a:latin typeface="DM Sans"/>
                <a:ea typeface="DM Sans"/>
                <a:cs typeface="DM Sans"/>
                <a:sym typeface="DM Sans"/>
              </a:defRPr>
            </a:lvl7pPr>
            <a:lvl8pPr lvl="7" algn="ctr" rtl="0">
              <a:lnSpc>
                <a:spcPct val="115000"/>
              </a:lnSpc>
              <a:spcBef>
                <a:spcPts val="0"/>
              </a:spcBef>
              <a:spcAft>
                <a:spcPts val="0"/>
              </a:spcAft>
              <a:buSzPts val="2600"/>
              <a:buFont typeface="DM Sans"/>
              <a:buNone/>
              <a:defRPr sz="3467" b="1">
                <a:latin typeface="DM Sans"/>
                <a:ea typeface="DM Sans"/>
                <a:cs typeface="DM Sans"/>
                <a:sym typeface="DM Sans"/>
              </a:defRPr>
            </a:lvl8pPr>
            <a:lvl9pPr lvl="8" algn="ctr" rtl="0">
              <a:lnSpc>
                <a:spcPct val="115000"/>
              </a:lnSpc>
              <a:spcBef>
                <a:spcPts val="0"/>
              </a:spcBef>
              <a:spcAft>
                <a:spcPts val="0"/>
              </a:spcAft>
              <a:buSzPts val="2600"/>
              <a:buFont typeface="DM Sans"/>
              <a:buNone/>
              <a:defRPr sz="3467" b="1">
                <a:latin typeface="DM Sans"/>
                <a:ea typeface="DM Sans"/>
                <a:cs typeface="DM Sans"/>
                <a:sym typeface="DM Sans"/>
              </a:defRPr>
            </a:lvl9pPr>
          </a:lstStyle>
          <a:p>
            <a:r>
              <a:rPr lang="en-GB"/>
              <a:t>Click to edit Master subtitle style</a:t>
            </a:r>
            <a:endParaRPr/>
          </a:p>
        </p:txBody>
      </p:sp>
      <p:grpSp>
        <p:nvGrpSpPr>
          <p:cNvPr id="158" name="Google Shape;158;p22"/>
          <p:cNvGrpSpPr/>
          <p:nvPr/>
        </p:nvGrpSpPr>
        <p:grpSpPr>
          <a:xfrm>
            <a:off x="-524600" y="182200"/>
            <a:ext cx="12549333" cy="10385037"/>
            <a:chOff x="-393450" y="136650"/>
            <a:chExt cx="9412000" cy="7788778"/>
          </a:xfrm>
        </p:grpSpPr>
        <p:sp>
          <p:nvSpPr>
            <p:cNvPr id="159" name="Google Shape;159;p22"/>
            <p:cNvSpPr/>
            <p:nvPr/>
          </p:nvSpPr>
          <p:spPr>
            <a:xfrm rot="10800000" flipH="1">
              <a:off x="8492050" y="136650"/>
              <a:ext cx="526500" cy="526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grpSp>
          <p:nvGrpSpPr>
            <p:cNvPr id="160" name="Google Shape;160;p22"/>
            <p:cNvGrpSpPr/>
            <p:nvPr/>
          </p:nvGrpSpPr>
          <p:grpSpPr>
            <a:xfrm>
              <a:off x="-393450" y="2571752"/>
              <a:ext cx="1462351" cy="5353676"/>
              <a:chOff x="-2108325" y="-2157248"/>
              <a:chExt cx="1462351" cy="5353676"/>
            </a:xfrm>
          </p:grpSpPr>
          <p:sp>
            <p:nvSpPr>
              <p:cNvPr id="161" name="Google Shape;161;p22"/>
              <p:cNvSpPr/>
              <p:nvPr/>
            </p:nvSpPr>
            <p:spPr>
              <a:xfrm rot="10800000" flipH="1">
                <a:off x="-2108325" y="-2157248"/>
                <a:ext cx="793500" cy="793500"/>
              </a:xfrm>
              <a:prstGeom prst="ellipse">
                <a:avLst/>
              </a:prstGeom>
              <a:solidFill>
                <a:srgbClr val="74CEC4">
                  <a:alpha val="6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sp>
            <p:nvSpPr>
              <p:cNvPr id="162" name="Google Shape;162;p22"/>
              <p:cNvSpPr/>
              <p:nvPr/>
            </p:nvSpPr>
            <p:spPr>
              <a:xfrm rot="10800000">
                <a:off x="-1665375" y="-1168572"/>
                <a:ext cx="1019400" cy="43650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grpSp>
      </p:grpSp>
    </p:spTree>
    <p:extLst>
      <p:ext uri="{BB962C8B-B14F-4D97-AF65-F5344CB8AC3E}">
        <p14:creationId xmlns:p14="http://schemas.microsoft.com/office/powerpoint/2010/main" val="31693679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hree columns 1">
  <p:cSld name="Title and three columns 1">
    <p:spTree>
      <p:nvGrpSpPr>
        <p:cNvPr id="1" name="Shape 163"/>
        <p:cNvGrpSpPr/>
        <p:nvPr/>
      </p:nvGrpSpPr>
      <p:grpSpPr>
        <a:xfrm>
          <a:off x="0" y="0"/>
          <a:ext cx="0" cy="0"/>
          <a:chOff x="0" y="0"/>
          <a:chExt cx="0" cy="0"/>
        </a:xfrm>
      </p:grpSpPr>
      <p:sp>
        <p:nvSpPr>
          <p:cNvPr id="164" name="Google Shape;164;p23"/>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GB"/>
              <a:t>Click to edit Master title style</a:t>
            </a:r>
            <a:endParaRPr/>
          </a:p>
        </p:txBody>
      </p:sp>
      <p:sp>
        <p:nvSpPr>
          <p:cNvPr id="165" name="Google Shape;165;p23"/>
          <p:cNvSpPr txBox="1">
            <a:spLocks noGrp="1"/>
          </p:cNvSpPr>
          <p:nvPr>
            <p:ph type="subTitle" idx="1"/>
          </p:nvPr>
        </p:nvSpPr>
        <p:spPr>
          <a:xfrm>
            <a:off x="955500" y="3007597"/>
            <a:ext cx="3252000" cy="2493600"/>
          </a:xfrm>
          <a:prstGeom prst="rect">
            <a:avLst/>
          </a:prstGeom>
          <a:ln>
            <a:noFill/>
          </a:ln>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en-GB"/>
              <a:t>Click to edit Master subtitle style</a:t>
            </a:r>
            <a:endParaRPr/>
          </a:p>
        </p:txBody>
      </p:sp>
      <p:sp>
        <p:nvSpPr>
          <p:cNvPr id="166" name="Google Shape;166;p23"/>
          <p:cNvSpPr txBox="1">
            <a:spLocks noGrp="1"/>
          </p:cNvSpPr>
          <p:nvPr>
            <p:ph type="subTitle" idx="2"/>
          </p:nvPr>
        </p:nvSpPr>
        <p:spPr>
          <a:xfrm>
            <a:off x="4470000" y="3007597"/>
            <a:ext cx="3252000" cy="2493600"/>
          </a:xfrm>
          <a:prstGeom prst="rect">
            <a:avLst/>
          </a:prstGeom>
          <a:ln>
            <a:noFill/>
          </a:ln>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en-GB"/>
              <a:t>Click to edit Master subtitle style</a:t>
            </a:r>
            <a:endParaRPr/>
          </a:p>
        </p:txBody>
      </p:sp>
      <p:sp>
        <p:nvSpPr>
          <p:cNvPr id="167" name="Google Shape;167;p23"/>
          <p:cNvSpPr txBox="1">
            <a:spLocks noGrp="1"/>
          </p:cNvSpPr>
          <p:nvPr>
            <p:ph type="subTitle" idx="3"/>
          </p:nvPr>
        </p:nvSpPr>
        <p:spPr>
          <a:xfrm>
            <a:off x="7984500" y="3007597"/>
            <a:ext cx="3252000" cy="2493600"/>
          </a:xfrm>
          <a:prstGeom prst="rect">
            <a:avLst/>
          </a:prstGeom>
          <a:ln>
            <a:noFill/>
          </a:ln>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en-GB"/>
              <a:t>Click to edit Master subtitle style</a:t>
            </a:r>
            <a:endParaRPr/>
          </a:p>
        </p:txBody>
      </p:sp>
      <p:sp>
        <p:nvSpPr>
          <p:cNvPr id="168" name="Google Shape;168;p23"/>
          <p:cNvSpPr txBox="1">
            <a:spLocks noGrp="1"/>
          </p:cNvSpPr>
          <p:nvPr>
            <p:ph type="subTitle" idx="4"/>
          </p:nvPr>
        </p:nvSpPr>
        <p:spPr>
          <a:xfrm>
            <a:off x="955500" y="1973633"/>
            <a:ext cx="3252000" cy="1147200"/>
          </a:xfrm>
          <a:prstGeom prst="rect">
            <a:avLst/>
          </a:prstGeom>
          <a:ln>
            <a:noFill/>
          </a:ln>
        </p:spPr>
        <p:txBody>
          <a:bodyPr spcFirstLastPara="1" wrap="square" lIns="91425" tIns="91425" rIns="91425" bIns="91425" anchor="b" anchorCtr="0">
            <a:noAutofit/>
          </a:bodyPr>
          <a:lstStyle>
            <a:lvl1pPr lvl="0" algn="ctr" rtl="0">
              <a:lnSpc>
                <a:spcPct val="115000"/>
              </a:lnSpc>
              <a:spcBef>
                <a:spcPts val="0"/>
              </a:spcBef>
              <a:spcAft>
                <a:spcPts val="0"/>
              </a:spcAft>
              <a:buSzPts val="2400"/>
              <a:buFont typeface="DM Sans"/>
              <a:buNone/>
              <a:defRPr sz="2667" b="1">
                <a:latin typeface="Poppins"/>
                <a:ea typeface="Poppins"/>
                <a:cs typeface="Poppins"/>
                <a:sym typeface="Poppins"/>
              </a:defRPr>
            </a:lvl1pPr>
            <a:lvl2pPr lvl="1" rtl="0">
              <a:lnSpc>
                <a:spcPct val="115000"/>
              </a:lnSpc>
              <a:spcBef>
                <a:spcPts val="0"/>
              </a:spcBef>
              <a:spcAft>
                <a:spcPts val="0"/>
              </a:spcAft>
              <a:buSzPts val="2400"/>
              <a:buFont typeface="DM Sans"/>
              <a:buNone/>
              <a:defRPr sz="3200" b="1">
                <a:latin typeface="DM Sans"/>
                <a:ea typeface="DM Sans"/>
                <a:cs typeface="DM Sans"/>
                <a:sym typeface="DM Sans"/>
              </a:defRPr>
            </a:lvl2pPr>
            <a:lvl3pPr lvl="2" rtl="0">
              <a:lnSpc>
                <a:spcPct val="115000"/>
              </a:lnSpc>
              <a:spcBef>
                <a:spcPts val="0"/>
              </a:spcBef>
              <a:spcAft>
                <a:spcPts val="0"/>
              </a:spcAft>
              <a:buSzPts val="2400"/>
              <a:buFont typeface="DM Sans"/>
              <a:buNone/>
              <a:defRPr sz="3200" b="1">
                <a:latin typeface="DM Sans"/>
                <a:ea typeface="DM Sans"/>
                <a:cs typeface="DM Sans"/>
                <a:sym typeface="DM Sans"/>
              </a:defRPr>
            </a:lvl3pPr>
            <a:lvl4pPr lvl="3" rtl="0">
              <a:lnSpc>
                <a:spcPct val="115000"/>
              </a:lnSpc>
              <a:spcBef>
                <a:spcPts val="0"/>
              </a:spcBef>
              <a:spcAft>
                <a:spcPts val="0"/>
              </a:spcAft>
              <a:buSzPts val="2400"/>
              <a:buFont typeface="DM Sans"/>
              <a:buNone/>
              <a:defRPr sz="3200" b="1">
                <a:latin typeface="DM Sans"/>
                <a:ea typeface="DM Sans"/>
                <a:cs typeface="DM Sans"/>
                <a:sym typeface="DM Sans"/>
              </a:defRPr>
            </a:lvl4pPr>
            <a:lvl5pPr lvl="4" rtl="0">
              <a:lnSpc>
                <a:spcPct val="115000"/>
              </a:lnSpc>
              <a:spcBef>
                <a:spcPts val="0"/>
              </a:spcBef>
              <a:spcAft>
                <a:spcPts val="0"/>
              </a:spcAft>
              <a:buSzPts val="2400"/>
              <a:buFont typeface="DM Sans"/>
              <a:buNone/>
              <a:defRPr sz="3200" b="1">
                <a:latin typeface="DM Sans"/>
                <a:ea typeface="DM Sans"/>
                <a:cs typeface="DM Sans"/>
                <a:sym typeface="DM Sans"/>
              </a:defRPr>
            </a:lvl5pPr>
            <a:lvl6pPr lvl="5" rtl="0">
              <a:lnSpc>
                <a:spcPct val="115000"/>
              </a:lnSpc>
              <a:spcBef>
                <a:spcPts val="0"/>
              </a:spcBef>
              <a:spcAft>
                <a:spcPts val="0"/>
              </a:spcAft>
              <a:buSzPts val="2400"/>
              <a:buFont typeface="DM Sans"/>
              <a:buNone/>
              <a:defRPr sz="3200" b="1">
                <a:latin typeface="DM Sans"/>
                <a:ea typeface="DM Sans"/>
                <a:cs typeface="DM Sans"/>
                <a:sym typeface="DM Sans"/>
              </a:defRPr>
            </a:lvl6pPr>
            <a:lvl7pPr lvl="6" rtl="0">
              <a:lnSpc>
                <a:spcPct val="115000"/>
              </a:lnSpc>
              <a:spcBef>
                <a:spcPts val="0"/>
              </a:spcBef>
              <a:spcAft>
                <a:spcPts val="0"/>
              </a:spcAft>
              <a:buSzPts val="2400"/>
              <a:buFont typeface="DM Sans"/>
              <a:buNone/>
              <a:defRPr sz="3200" b="1">
                <a:latin typeface="DM Sans"/>
                <a:ea typeface="DM Sans"/>
                <a:cs typeface="DM Sans"/>
                <a:sym typeface="DM Sans"/>
              </a:defRPr>
            </a:lvl7pPr>
            <a:lvl8pPr lvl="7" rtl="0">
              <a:lnSpc>
                <a:spcPct val="115000"/>
              </a:lnSpc>
              <a:spcBef>
                <a:spcPts val="0"/>
              </a:spcBef>
              <a:spcAft>
                <a:spcPts val="0"/>
              </a:spcAft>
              <a:buSzPts val="2400"/>
              <a:buFont typeface="DM Sans"/>
              <a:buNone/>
              <a:defRPr sz="3200" b="1">
                <a:latin typeface="DM Sans"/>
                <a:ea typeface="DM Sans"/>
                <a:cs typeface="DM Sans"/>
                <a:sym typeface="DM Sans"/>
              </a:defRPr>
            </a:lvl8pPr>
            <a:lvl9pPr lvl="8" rtl="0">
              <a:lnSpc>
                <a:spcPct val="115000"/>
              </a:lnSpc>
              <a:spcBef>
                <a:spcPts val="0"/>
              </a:spcBef>
              <a:spcAft>
                <a:spcPts val="0"/>
              </a:spcAft>
              <a:buSzPts val="2400"/>
              <a:buFont typeface="DM Sans"/>
              <a:buNone/>
              <a:defRPr sz="3200" b="1">
                <a:latin typeface="DM Sans"/>
                <a:ea typeface="DM Sans"/>
                <a:cs typeface="DM Sans"/>
                <a:sym typeface="DM Sans"/>
              </a:defRPr>
            </a:lvl9pPr>
          </a:lstStyle>
          <a:p>
            <a:r>
              <a:rPr lang="en-GB"/>
              <a:t>Click to edit Master subtitle style</a:t>
            </a:r>
            <a:endParaRPr/>
          </a:p>
        </p:txBody>
      </p:sp>
      <p:sp>
        <p:nvSpPr>
          <p:cNvPr id="169" name="Google Shape;169;p23"/>
          <p:cNvSpPr txBox="1">
            <a:spLocks noGrp="1"/>
          </p:cNvSpPr>
          <p:nvPr>
            <p:ph type="subTitle" idx="5"/>
          </p:nvPr>
        </p:nvSpPr>
        <p:spPr>
          <a:xfrm>
            <a:off x="4470000" y="1973633"/>
            <a:ext cx="3252000" cy="1147200"/>
          </a:xfrm>
          <a:prstGeom prst="rect">
            <a:avLst/>
          </a:prstGeom>
          <a:ln>
            <a:noFill/>
          </a:ln>
        </p:spPr>
        <p:txBody>
          <a:bodyPr spcFirstLastPara="1" wrap="square" lIns="91425" tIns="91425" rIns="91425" bIns="91425" anchor="b" anchorCtr="0">
            <a:noAutofit/>
          </a:bodyPr>
          <a:lstStyle>
            <a:lvl1pPr lvl="0" algn="ctr" rtl="0">
              <a:lnSpc>
                <a:spcPct val="115000"/>
              </a:lnSpc>
              <a:spcBef>
                <a:spcPts val="0"/>
              </a:spcBef>
              <a:spcAft>
                <a:spcPts val="0"/>
              </a:spcAft>
              <a:buSzPts val="2400"/>
              <a:buFont typeface="DM Sans"/>
              <a:buNone/>
              <a:defRPr sz="2667" b="1">
                <a:latin typeface="Poppins"/>
                <a:ea typeface="Poppins"/>
                <a:cs typeface="Poppins"/>
                <a:sym typeface="Poppins"/>
              </a:defRPr>
            </a:lvl1pPr>
            <a:lvl2pPr lvl="1" rtl="0">
              <a:lnSpc>
                <a:spcPct val="115000"/>
              </a:lnSpc>
              <a:spcBef>
                <a:spcPts val="0"/>
              </a:spcBef>
              <a:spcAft>
                <a:spcPts val="0"/>
              </a:spcAft>
              <a:buSzPts val="2400"/>
              <a:buFont typeface="DM Sans"/>
              <a:buNone/>
              <a:defRPr sz="3200" b="1">
                <a:latin typeface="DM Sans"/>
                <a:ea typeface="DM Sans"/>
                <a:cs typeface="DM Sans"/>
                <a:sym typeface="DM Sans"/>
              </a:defRPr>
            </a:lvl2pPr>
            <a:lvl3pPr lvl="2" rtl="0">
              <a:lnSpc>
                <a:spcPct val="115000"/>
              </a:lnSpc>
              <a:spcBef>
                <a:spcPts val="0"/>
              </a:spcBef>
              <a:spcAft>
                <a:spcPts val="0"/>
              </a:spcAft>
              <a:buSzPts val="2400"/>
              <a:buFont typeface="DM Sans"/>
              <a:buNone/>
              <a:defRPr sz="3200" b="1">
                <a:latin typeface="DM Sans"/>
                <a:ea typeface="DM Sans"/>
                <a:cs typeface="DM Sans"/>
                <a:sym typeface="DM Sans"/>
              </a:defRPr>
            </a:lvl3pPr>
            <a:lvl4pPr lvl="3" rtl="0">
              <a:lnSpc>
                <a:spcPct val="115000"/>
              </a:lnSpc>
              <a:spcBef>
                <a:spcPts val="0"/>
              </a:spcBef>
              <a:spcAft>
                <a:spcPts val="0"/>
              </a:spcAft>
              <a:buSzPts val="2400"/>
              <a:buFont typeface="DM Sans"/>
              <a:buNone/>
              <a:defRPr sz="3200" b="1">
                <a:latin typeface="DM Sans"/>
                <a:ea typeface="DM Sans"/>
                <a:cs typeface="DM Sans"/>
                <a:sym typeface="DM Sans"/>
              </a:defRPr>
            </a:lvl4pPr>
            <a:lvl5pPr lvl="4" rtl="0">
              <a:lnSpc>
                <a:spcPct val="115000"/>
              </a:lnSpc>
              <a:spcBef>
                <a:spcPts val="0"/>
              </a:spcBef>
              <a:spcAft>
                <a:spcPts val="0"/>
              </a:spcAft>
              <a:buSzPts val="2400"/>
              <a:buFont typeface="DM Sans"/>
              <a:buNone/>
              <a:defRPr sz="3200" b="1">
                <a:latin typeface="DM Sans"/>
                <a:ea typeface="DM Sans"/>
                <a:cs typeface="DM Sans"/>
                <a:sym typeface="DM Sans"/>
              </a:defRPr>
            </a:lvl5pPr>
            <a:lvl6pPr lvl="5" rtl="0">
              <a:lnSpc>
                <a:spcPct val="115000"/>
              </a:lnSpc>
              <a:spcBef>
                <a:spcPts val="0"/>
              </a:spcBef>
              <a:spcAft>
                <a:spcPts val="0"/>
              </a:spcAft>
              <a:buSzPts val="2400"/>
              <a:buFont typeface="DM Sans"/>
              <a:buNone/>
              <a:defRPr sz="3200" b="1">
                <a:latin typeface="DM Sans"/>
                <a:ea typeface="DM Sans"/>
                <a:cs typeface="DM Sans"/>
                <a:sym typeface="DM Sans"/>
              </a:defRPr>
            </a:lvl6pPr>
            <a:lvl7pPr lvl="6" rtl="0">
              <a:lnSpc>
                <a:spcPct val="115000"/>
              </a:lnSpc>
              <a:spcBef>
                <a:spcPts val="0"/>
              </a:spcBef>
              <a:spcAft>
                <a:spcPts val="0"/>
              </a:spcAft>
              <a:buSzPts val="2400"/>
              <a:buFont typeface="DM Sans"/>
              <a:buNone/>
              <a:defRPr sz="3200" b="1">
                <a:latin typeface="DM Sans"/>
                <a:ea typeface="DM Sans"/>
                <a:cs typeface="DM Sans"/>
                <a:sym typeface="DM Sans"/>
              </a:defRPr>
            </a:lvl7pPr>
            <a:lvl8pPr lvl="7" rtl="0">
              <a:lnSpc>
                <a:spcPct val="115000"/>
              </a:lnSpc>
              <a:spcBef>
                <a:spcPts val="0"/>
              </a:spcBef>
              <a:spcAft>
                <a:spcPts val="0"/>
              </a:spcAft>
              <a:buSzPts val="2400"/>
              <a:buFont typeface="DM Sans"/>
              <a:buNone/>
              <a:defRPr sz="3200" b="1">
                <a:latin typeface="DM Sans"/>
                <a:ea typeface="DM Sans"/>
                <a:cs typeface="DM Sans"/>
                <a:sym typeface="DM Sans"/>
              </a:defRPr>
            </a:lvl8pPr>
            <a:lvl9pPr lvl="8" rtl="0">
              <a:lnSpc>
                <a:spcPct val="115000"/>
              </a:lnSpc>
              <a:spcBef>
                <a:spcPts val="0"/>
              </a:spcBef>
              <a:spcAft>
                <a:spcPts val="0"/>
              </a:spcAft>
              <a:buSzPts val="2400"/>
              <a:buFont typeface="DM Sans"/>
              <a:buNone/>
              <a:defRPr sz="3200" b="1">
                <a:latin typeface="DM Sans"/>
                <a:ea typeface="DM Sans"/>
                <a:cs typeface="DM Sans"/>
                <a:sym typeface="DM Sans"/>
              </a:defRPr>
            </a:lvl9pPr>
          </a:lstStyle>
          <a:p>
            <a:r>
              <a:rPr lang="en-GB"/>
              <a:t>Click to edit Master subtitle style</a:t>
            </a:r>
            <a:endParaRPr/>
          </a:p>
        </p:txBody>
      </p:sp>
      <p:sp>
        <p:nvSpPr>
          <p:cNvPr id="170" name="Google Shape;170;p23"/>
          <p:cNvSpPr txBox="1">
            <a:spLocks noGrp="1"/>
          </p:cNvSpPr>
          <p:nvPr>
            <p:ph type="subTitle" idx="6"/>
          </p:nvPr>
        </p:nvSpPr>
        <p:spPr>
          <a:xfrm>
            <a:off x="7984500" y="1973633"/>
            <a:ext cx="3252000" cy="1147200"/>
          </a:xfrm>
          <a:prstGeom prst="rect">
            <a:avLst/>
          </a:prstGeom>
          <a:ln>
            <a:noFill/>
          </a:ln>
        </p:spPr>
        <p:txBody>
          <a:bodyPr spcFirstLastPara="1" wrap="square" lIns="91425" tIns="91425" rIns="91425" bIns="91425" anchor="b" anchorCtr="0">
            <a:noAutofit/>
          </a:bodyPr>
          <a:lstStyle>
            <a:lvl1pPr lvl="0" algn="ctr" rtl="0">
              <a:lnSpc>
                <a:spcPct val="115000"/>
              </a:lnSpc>
              <a:spcBef>
                <a:spcPts val="0"/>
              </a:spcBef>
              <a:spcAft>
                <a:spcPts val="0"/>
              </a:spcAft>
              <a:buSzPts val="2400"/>
              <a:buFont typeface="DM Sans"/>
              <a:buNone/>
              <a:defRPr sz="2667" b="1">
                <a:latin typeface="Poppins"/>
                <a:ea typeface="Poppins"/>
                <a:cs typeface="Poppins"/>
                <a:sym typeface="Poppins"/>
              </a:defRPr>
            </a:lvl1pPr>
            <a:lvl2pPr lvl="1" rtl="0">
              <a:lnSpc>
                <a:spcPct val="115000"/>
              </a:lnSpc>
              <a:spcBef>
                <a:spcPts val="0"/>
              </a:spcBef>
              <a:spcAft>
                <a:spcPts val="0"/>
              </a:spcAft>
              <a:buSzPts val="2400"/>
              <a:buFont typeface="DM Sans"/>
              <a:buNone/>
              <a:defRPr sz="3200" b="1">
                <a:latin typeface="DM Sans"/>
                <a:ea typeface="DM Sans"/>
                <a:cs typeface="DM Sans"/>
                <a:sym typeface="DM Sans"/>
              </a:defRPr>
            </a:lvl2pPr>
            <a:lvl3pPr lvl="2" rtl="0">
              <a:lnSpc>
                <a:spcPct val="115000"/>
              </a:lnSpc>
              <a:spcBef>
                <a:spcPts val="0"/>
              </a:spcBef>
              <a:spcAft>
                <a:spcPts val="0"/>
              </a:spcAft>
              <a:buSzPts val="2400"/>
              <a:buFont typeface="DM Sans"/>
              <a:buNone/>
              <a:defRPr sz="3200" b="1">
                <a:latin typeface="DM Sans"/>
                <a:ea typeface="DM Sans"/>
                <a:cs typeface="DM Sans"/>
                <a:sym typeface="DM Sans"/>
              </a:defRPr>
            </a:lvl3pPr>
            <a:lvl4pPr lvl="3" rtl="0">
              <a:lnSpc>
                <a:spcPct val="115000"/>
              </a:lnSpc>
              <a:spcBef>
                <a:spcPts val="0"/>
              </a:spcBef>
              <a:spcAft>
                <a:spcPts val="0"/>
              </a:spcAft>
              <a:buSzPts val="2400"/>
              <a:buFont typeface="DM Sans"/>
              <a:buNone/>
              <a:defRPr sz="3200" b="1">
                <a:latin typeface="DM Sans"/>
                <a:ea typeface="DM Sans"/>
                <a:cs typeface="DM Sans"/>
                <a:sym typeface="DM Sans"/>
              </a:defRPr>
            </a:lvl4pPr>
            <a:lvl5pPr lvl="4" rtl="0">
              <a:lnSpc>
                <a:spcPct val="115000"/>
              </a:lnSpc>
              <a:spcBef>
                <a:spcPts val="0"/>
              </a:spcBef>
              <a:spcAft>
                <a:spcPts val="0"/>
              </a:spcAft>
              <a:buSzPts val="2400"/>
              <a:buFont typeface="DM Sans"/>
              <a:buNone/>
              <a:defRPr sz="3200" b="1">
                <a:latin typeface="DM Sans"/>
                <a:ea typeface="DM Sans"/>
                <a:cs typeface="DM Sans"/>
                <a:sym typeface="DM Sans"/>
              </a:defRPr>
            </a:lvl5pPr>
            <a:lvl6pPr lvl="5" rtl="0">
              <a:lnSpc>
                <a:spcPct val="115000"/>
              </a:lnSpc>
              <a:spcBef>
                <a:spcPts val="0"/>
              </a:spcBef>
              <a:spcAft>
                <a:spcPts val="0"/>
              </a:spcAft>
              <a:buSzPts val="2400"/>
              <a:buFont typeface="DM Sans"/>
              <a:buNone/>
              <a:defRPr sz="3200" b="1">
                <a:latin typeface="DM Sans"/>
                <a:ea typeface="DM Sans"/>
                <a:cs typeface="DM Sans"/>
                <a:sym typeface="DM Sans"/>
              </a:defRPr>
            </a:lvl6pPr>
            <a:lvl7pPr lvl="6" rtl="0">
              <a:lnSpc>
                <a:spcPct val="115000"/>
              </a:lnSpc>
              <a:spcBef>
                <a:spcPts val="0"/>
              </a:spcBef>
              <a:spcAft>
                <a:spcPts val="0"/>
              </a:spcAft>
              <a:buSzPts val="2400"/>
              <a:buFont typeface="DM Sans"/>
              <a:buNone/>
              <a:defRPr sz="3200" b="1">
                <a:latin typeface="DM Sans"/>
                <a:ea typeface="DM Sans"/>
                <a:cs typeface="DM Sans"/>
                <a:sym typeface="DM Sans"/>
              </a:defRPr>
            </a:lvl7pPr>
            <a:lvl8pPr lvl="7" rtl="0">
              <a:lnSpc>
                <a:spcPct val="115000"/>
              </a:lnSpc>
              <a:spcBef>
                <a:spcPts val="0"/>
              </a:spcBef>
              <a:spcAft>
                <a:spcPts val="0"/>
              </a:spcAft>
              <a:buSzPts val="2400"/>
              <a:buFont typeface="DM Sans"/>
              <a:buNone/>
              <a:defRPr sz="3200" b="1">
                <a:latin typeface="DM Sans"/>
                <a:ea typeface="DM Sans"/>
                <a:cs typeface="DM Sans"/>
                <a:sym typeface="DM Sans"/>
              </a:defRPr>
            </a:lvl8pPr>
            <a:lvl9pPr lvl="8" rtl="0">
              <a:lnSpc>
                <a:spcPct val="115000"/>
              </a:lnSpc>
              <a:spcBef>
                <a:spcPts val="0"/>
              </a:spcBef>
              <a:spcAft>
                <a:spcPts val="0"/>
              </a:spcAft>
              <a:buSzPts val="2400"/>
              <a:buFont typeface="DM Sans"/>
              <a:buNone/>
              <a:defRPr sz="3200" b="1">
                <a:latin typeface="DM Sans"/>
                <a:ea typeface="DM Sans"/>
                <a:cs typeface="DM Sans"/>
                <a:sym typeface="DM Sans"/>
              </a:defRPr>
            </a:lvl9pPr>
          </a:lstStyle>
          <a:p>
            <a:r>
              <a:rPr lang="en-GB"/>
              <a:t>Click to edit Master subtitle style</a:t>
            </a:r>
            <a:endParaRPr/>
          </a:p>
        </p:txBody>
      </p:sp>
      <p:grpSp>
        <p:nvGrpSpPr>
          <p:cNvPr id="171" name="Google Shape;171;p23"/>
          <p:cNvGrpSpPr/>
          <p:nvPr/>
        </p:nvGrpSpPr>
        <p:grpSpPr>
          <a:xfrm>
            <a:off x="-1238366" y="-124033"/>
            <a:ext cx="13417167" cy="9054796"/>
            <a:chOff x="-928775" y="-93025"/>
            <a:chExt cx="10062875" cy="6791097"/>
          </a:xfrm>
        </p:grpSpPr>
        <p:sp>
          <p:nvSpPr>
            <p:cNvPr id="172" name="Google Shape;172;p23"/>
            <p:cNvSpPr/>
            <p:nvPr/>
          </p:nvSpPr>
          <p:spPr>
            <a:xfrm>
              <a:off x="-928775" y="-93025"/>
              <a:ext cx="1648800" cy="1648800"/>
            </a:xfrm>
            <a:prstGeom prst="ellipse">
              <a:avLst/>
            </a:prstGeom>
            <a:solidFill>
              <a:srgbClr val="74CEC4">
                <a:alpha val="6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grpSp>
          <p:nvGrpSpPr>
            <p:cNvPr id="173" name="Google Shape;173;p23"/>
            <p:cNvGrpSpPr/>
            <p:nvPr/>
          </p:nvGrpSpPr>
          <p:grpSpPr>
            <a:xfrm>
              <a:off x="8424000" y="4173728"/>
              <a:ext cx="710100" cy="2524343"/>
              <a:chOff x="8424000" y="4173728"/>
              <a:chExt cx="710100" cy="2524343"/>
            </a:xfrm>
          </p:grpSpPr>
          <p:sp>
            <p:nvSpPr>
              <p:cNvPr id="174" name="Google Shape;174;p23"/>
              <p:cNvSpPr/>
              <p:nvPr/>
            </p:nvSpPr>
            <p:spPr>
              <a:xfrm>
                <a:off x="8609250" y="4173728"/>
                <a:ext cx="339600" cy="339600"/>
              </a:xfrm>
              <a:prstGeom prst="ellipse">
                <a:avLst/>
              </a:prstGeom>
              <a:solidFill>
                <a:srgbClr val="F2557A">
                  <a:alpha val="7625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sp>
            <p:nvSpPr>
              <p:cNvPr id="175" name="Google Shape;175;p23"/>
              <p:cNvSpPr/>
              <p:nvPr/>
            </p:nvSpPr>
            <p:spPr>
              <a:xfrm>
                <a:off x="8424000" y="4608572"/>
                <a:ext cx="710100" cy="20895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grpSp>
      </p:grpSp>
    </p:spTree>
    <p:extLst>
      <p:ext uri="{BB962C8B-B14F-4D97-AF65-F5344CB8AC3E}">
        <p14:creationId xmlns:p14="http://schemas.microsoft.com/office/powerpoint/2010/main" val="184112896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hree columns 2">
  <p:cSld name="Title and three columns 2">
    <p:spTree>
      <p:nvGrpSpPr>
        <p:cNvPr id="1" name="Shape 176"/>
        <p:cNvGrpSpPr/>
        <p:nvPr/>
      </p:nvGrpSpPr>
      <p:grpSpPr>
        <a:xfrm>
          <a:off x="0" y="0"/>
          <a:ext cx="0" cy="0"/>
          <a:chOff x="0" y="0"/>
          <a:chExt cx="0" cy="0"/>
        </a:xfrm>
      </p:grpSpPr>
      <p:sp>
        <p:nvSpPr>
          <p:cNvPr id="177" name="Google Shape;177;p24"/>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GB"/>
              <a:t>Click to edit Master title style</a:t>
            </a:r>
            <a:endParaRPr/>
          </a:p>
        </p:txBody>
      </p:sp>
      <p:sp>
        <p:nvSpPr>
          <p:cNvPr id="178" name="Google Shape;178;p24"/>
          <p:cNvSpPr txBox="1">
            <a:spLocks noGrp="1"/>
          </p:cNvSpPr>
          <p:nvPr>
            <p:ph type="subTitle" idx="1"/>
          </p:nvPr>
        </p:nvSpPr>
        <p:spPr>
          <a:xfrm>
            <a:off x="960000" y="2374852"/>
            <a:ext cx="5135600" cy="1605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en-GB"/>
              <a:t>Click to edit Master subtitle style</a:t>
            </a:r>
            <a:endParaRPr/>
          </a:p>
        </p:txBody>
      </p:sp>
      <p:sp>
        <p:nvSpPr>
          <p:cNvPr id="179" name="Google Shape;179;p24"/>
          <p:cNvSpPr txBox="1">
            <a:spLocks noGrp="1"/>
          </p:cNvSpPr>
          <p:nvPr>
            <p:ph type="subTitle" idx="2"/>
          </p:nvPr>
        </p:nvSpPr>
        <p:spPr>
          <a:xfrm>
            <a:off x="6095736" y="2371733"/>
            <a:ext cx="5135600" cy="1605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en-GB"/>
              <a:t>Click to edit Master subtitle style</a:t>
            </a:r>
            <a:endParaRPr/>
          </a:p>
        </p:txBody>
      </p:sp>
      <p:sp>
        <p:nvSpPr>
          <p:cNvPr id="180" name="Google Shape;180;p24"/>
          <p:cNvSpPr txBox="1">
            <a:spLocks noGrp="1"/>
          </p:cNvSpPr>
          <p:nvPr>
            <p:ph type="subTitle" idx="3"/>
          </p:nvPr>
        </p:nvSpPr>
        <p:spPr>
          <a:xfrm>
            <a:off x="960000" y="4847100"/>
            <a:ext cx="10272000" cy="886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en-GB"/>
              <a:t>Click to edit Master subtitle style</a:t>
            </a:r>
            <a:endParaRPr/>
          </a:p>
        </p:txBody>
      </p:sp>
      <p:sp>
        <p:nvSpPr>
          <p:cNvPr id="181" name="Google Shape;181;p24"/>
          <p:cNvSpPr txBox="1">
            <a:spLocks noGrp="1"/>
          </p:cNvSpPr>
          <p:nvPr>
            <p:ph type="subTitle" idx="4"/>
          </p:nvPr>
        </p:nvSpPr>
        <p:spPr>
          <a:xfrm>
            <a:off x="960000" y="1957100"/>
            <a:ext cx="5135600" cy="5700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600"/>
              <a:buFont typeface="DM Sans"/>
              <a:buNone/>
              <a:defRPr sz="2667" b="1">
                <a:latin typeface="Poppins"/>
                <a:ea typeface="Poppins"/>
                <a:cs typeface="Poppins"/>
                <a:sym typeface="Poppins"/>
              </a:defRPr>
            </a:lvl1pPr>
            <a:lvl2pPr lvl="1" rtl="0">
              <a:lnSpc>
                <a:spcPct val="115000"/>
              </a:lnSpc>
              <a:spcBef>
                <a:spcPts val="0"/>
              </a:spcBef>
              <a:spcAft>
                <a:spcPts val="0"/>
              </a:spcAft>
              <a:buSzPts val="2600"/>
              <a:buFont typeface="DM Sans"/>
              <a:buNone/>
              <a:defRPr sz="3467" b="1">
                <a:latin typeface="DM Sans"/>
                <a:ea typeface="DM Sans"/>
                <a:cs typeface="DM Sans"/>
                <a:sym typeface="DM Sans"/>
              </a:defRPr>
            </a:lvl2pPr>
            <a:lvl3pPr lvl="2" rtl="0">
              <a:lnSpc>
                <a:spcPct val="115000"/>
              </a:lnSpc>
              <a:spcBef>
                <a:spcPts val="0"/>
              </a:spcBef>
              <a:spcAft>
                <a:spcPts val="0"/>
              </a:spcAft>
              <a:buSzPts val="2600"/>
              <a:buFont typeface="DM Sans"/>
              <a:buNone/>
              <a:defRPr sz="3467" b="1">
                <a:latin typeface="DM Sans"/>
                <a:ea typeface="DM Sans"/>
                <a:cs typeface="DM Sans"/>
                <a:sym typeface="DM Sans"/>
              </a:defRPr>
            </a:lvl3pPr>
            <a:lvl4pPr lvl="3" rtl="0">
              <a:lnSpc>
                <a:spcPct val="115000"/>
              </a:lnSpc>
              <a:spcBef>
                <a:spcPts val="0"/>
              </a:spcBef>
              <a:spcAft>
                <a:spcPts val="0"/>
              </a:spcAft>
              <a:buSzPts val="2600"/>
              <a:buFont typeface="DM Sans"/>
              <a:buNone/>
              <a:defRPr sz="3467" b="1">
                <a:latin typeface="DM Sans"/>
                <a:ea typeface="DM Sans"/>
                <a:cs typeface="DM Sans"/>
                <a:sym typeface="DM Sans"/>
              </a:defRPr>
            </a:lvl4pPr>
            <a:lvl5pPr lvl="4" rtl="0">
              <a:lnSpc>
                <a:spcPct val="115000"/>
              </a:lnSpc>
              <a:spcBef>
                <a:spcPts val="0"/>
              </a:spcBef>
              <a:spcAft>
                <a:spcPts val="0"/>
              </a:spcAft>
              <a:buSzPts val="2600"/>
              <a:buFont typeface="DM Sans"/>
              <a:buNone/>
              <a:defRPr sz="3467" b="1">
                <a:latin typeface="DM Sans"/>
                <a:ea typeface="DM Sans"/>
                <a:cs typeface="DM Sans"/>
                <a:sym typeface="DM Sans"/>
              </a:defRPr>
            </a:lvl5pPr>
            <a:lvl6pPr lvl="5" rtl="0">
              <a:lnSpc>
                <a:spcPct val="115000"/>
              </a:lnSpc>
              <a:spcBef>
                <a:spcPts val="0"/>
              </a:spcBef>
              <a:spcAft>
                <a:spcPts val="0"/>
              </a:spcAft>
              <a:buSzPts val="2600"/>
              <a:buFont typeface="DM Sans"/>
              <a:buNone/>
              <a:defRPr sz="3467" b="1">
                <a:latin typeface="DM Sans"/>
                <a:ea typeface="DM Sans"/>
                <a:cs typeface="DM Sans"/>
                <a:sym typeface="DM Sans"/>
              </a:defRPr>
            </a:lvl6pPr>
            <a:lvl7pPr lvl="6" rtl="0">
              <a:lnSpc>
                <a:spcPct val="115000"/>
              </a:lnSpc>
              <a:spcBef>
                <a:spcPts val="0"/>
              </a:spcBef>
              <a:spcAft>
                <a:spcPts val="0"/>
              </a:spcAft>
              <a:buSzPts val="2600"/>
              <a:buFont typeface="DM Sans"/>
              <a:buNone/>
              <a:defRPr sz="3467" b="1">
                <a:latin typeface="DM Sans"/>
                <a:ea typeface="DM Sans"/>
                <a:cs typeface="DM Sans"/>
                <a:sym typeface="DM Sans"/>
              </a:defRPr>
            </a:lvl7pPr>
            <a:lvl8pPr lvl="7" rtl="0">
              <a:lnSpc>
                <a:spcPct val="115000"/>
              </a:lnSpc>
              <a:spcBef>
                <a:spcPts val="0"/>
              </a:spcBef>
              <a:spcAft>
                <a:spcPts val="0"/>
              </a:spcAft>
              <a:buSzPts val="2600"/>
              <a:buFont typeface="DM Sans"/>
              <a:buNone/>
              <a:defRPr sz="3467" b="1">
                <a:latin typeface="DM Sans"/>
                <a:ea typeface="DM Sans"/>
                <a:cs typeface="DM Sans"/>
                <a:sym typeface="DM Sans"/>
              </a:defRPr>
            </a:lvl8pPr>
            <a:lvl9pPr lvl="8" rtl="0">
              <a:lnSpc>
                <a:spcPct val="115000"/>
              </a:lnSpc>
              <a:spcBef>
                <a:spcPts val="0"/>
              </a:spcBef>
              <a:spcAft>
                <a:spcPts val="0"/>
              </a:spcAft>
              <a:buSzPts val="2600"/>
              <a:buFont typeface="DM Sans"/>
              <a:buNone/>
              <a:defRPr sz="3467" b="1">
                <a:latin typeface="DM Sans"/>
                <a:ea typeface="DM Sans"/>
                <a:cs typeface="DM Sans"/>
                <a:sym typeface="DM Sans"/>
              </a:defRPr>
            </a:lvl9pPr>
          </a:lstStyle>
          <a:p>
            <a:r>
              <a:rPr lang="en-GB"/>
              <a:t>Click to edit Master subtitle style</a:t>
            </a:r>
            <a:endParaRPr/>
          </a:p>
        </p:txBody>
      </p:sp>
      <p:sp>
        <p:nvSpPr>
          <p:cNvPr id="182" name="Google Shape;182;p24"/>
          <p:cNvSpPr txBox="1">
            <a:spLocks noGrp="1"/>
          </p:cNvSpPr>
          <p:nvPr>
            <p:ph type="subTitle" idx="5"/>
          </p:nvPr>
        </p:nvSpPr>
        <p:spPr>
          <a:xfrm>
            <a:off x="6095733" y="1957100"/>
            <a:ext cx="5135600" cy="5700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600"/>
              <a:buFont typeface="DM Sans"/>
              <a:buNone/>
              <a:defRPr sz="2667" b="1">
                <a:latin typeface="Poppins"/>
                <a:ea typeface="Poppins"/>
                <a:cs typeface="Poppins"/>
                <a:sym typeface="Poppins"/>
              </a:defRPr>
            </a:lvl1pPr>
            <a:lvl2pPr lvl="1" rtl="0">
              <a:lnSpc>
                <a:spcPct val="115000"/>
              </a:lnSpc>
              <a:spcBef>
                <a:spcPts val="0"/>
              </a:spcBef>
              <a:spcAft>
                <a:spcPts val="0"/>
              </a:spcAft>
              <a:buSzPts val="2600"/>
              <a:buFont typeface="DM Sans"/>
              <a:buNone/>
              <a:defRPr sz="3467" b="1">
                <a:latin typeface="DM Sans"/>
                <a:ea typeface="DM Sans"/>
                <a:cs typeface="DM Sans"/>
                <a:sym typeface="DM Sans"/>
              </a:defRPr>
            </a:lvl2pPr>
            <a:lvl3pPr lvl="2" rtl="0">
              <a:lnSpc>
                <a:spcPct val="115000"/>
              </a:lnSpc>
              <a:spcBef>
                <a:spcPts val="0"/>
              </a:spcBef>
              <a:spcAft>
                <a:spcPts val="0"/>
              </a:spcAft>
              <a:buSzPts val="2600"/>
              <a:buFont typeface="DM Sans"/>
              <a:buNone/>
              <a:defRPr sz="3467" b="1">
                <a:latin typeface="DM Sans"/>
                <a:ea typeface="DM Sans"/>
                <a:cs typeface="DM Sans"/>
                <a:sym typeface="DM Sans"/>
              </a:defRPr>
            </a:lvl3pPr>
            <a:lvl4pPr lvl="3" rtl="0">
              <a:lnSpc>
                <a:spcPct val="115000"/>
              </a:lnSpc>
              <a:spcBef>
                <a:spcPts val="0"/>
              </a:spcBef>
              <a:spcAft>
                <a:spcPts val="0"/>
              </a:spcAft>
              <a:buSzPts val="2600"/>
              <a:buFont typeface="DM Sans"/>
              <a:buNone/>
              <a:defRPr sz="3467" b="1">
                <a:latin typeface="DM Sans"/>
                <a:ea typeface="DM Sans"/>
                <a:cs typeface="DM Sans"/>
                <a:sym typeface="DM Sans"/>
              </a:defRPr>
            </a:lvl4pPr>
            <a:lvl5pPr lvl="4" rtl="0">
              <a:lnSpc>
                <a:spcPct val="115000"/>
              </a:lnSpc>
              <a:spcBef>
                <a:spcPts val="0"/>
              </a:spcBef>
              <a:spcAft>
                <a:spcPts val="0"/>
              </a:spcAft>
              <a:buSzPts val="2600"/>
              <a:buFont typeface="DM Sans"/>
              <a:buNone/>
              <a:defRPr sz="3467" b="1">
                <a:latin typeface="DM Sans"/>
                <a:ea typeface="DM Sans"/>
                <a:cs typeface="DM Sans"/>
                <a:sym typeface="DM Sans"/>
              </a:defRPr>
            </a:lvl5pPr>
            <a:lvl6pPr lvl="5" rtl="0">
              <a:lnSpc>
                <a:spcPct val="115000"/>
              </a:lnSpc>
              <a:spcBef>
                <a:spcPts val="0"/>
              </a:spcBef>
              <a:spcAft>
                <a:spcPts val="0"/>
              </a:spcAft>
              <a:buSzPts val="2600"/>
              <a:buFont typeface="DM Sans"/>
              <a:buNone/>
              <a:defRPr sz="3467" b="1">
                <a:latin typeface="DM Sans"/>
                <a:ea typeface="DM Sans"/>
                <a:cs typeface="DM Sans"/>
                <a:sym typeface="DM Sans"/>
              </a:defRPr>
            </a:lvl6pPr>
            <a:lvl7pPr lvl="6" rtl="0">
              <a:lnSpc>
                <a:spcPct val="115000"/>
              </a:lnSpc>
              <a:spcBef>
                <a:spcPts val="0"/>
              </a:spcBef>
              <a:spcAft>
                <a:spcPts val="0"/>
              </a:spcAft>
              <a:buSzPts val="2600"/>
              <a:buFont typeface="DM Sans"/>
              <a:buNone/>
              <a:defRPr sz="3467" b="1">
                <a:latin typeface="DM Sans"/>
                <a:ea typeface="DM Sans"/>
                <a:cs typeface="DM Sans"/>
                <a:sym typeface="DM Sans"/>
              </a:defRPr>
            </a:lvl7pPr>
            <a:lvl8pPr lvl="7" rtl="0">
              <a:lnSpc>
                <a:spcPct val="115000"/>
              </a:lnSpc>
              <a:spcBef>
                <a:spcPts val="0"/>
              </a:spcBef>
              <a:spcAft>
                <a:spcPts val="0"/>
              </a:spcAft>
              <a:buSzPts val="2600"/>
              <a:buFont typeface="DM Sans"/>
              <a:buNone/>
              <a:defRPr sz="3467" b="1">
                <a:latin typeface="DM Sans"/>
                <a:ea typeface="DM Sans"/>
                <a:cs typeface="DM Sans"/>
                <a:sym typeface="DM Sans"/>
              </a:defRPr>
            </a:lvl8pPr>
            <a:lvl9pPr lvl="8" rtl="0">
              <a:lnSpc>
                <a:spcPct val="115000"/>
              </a:lnSpc>
              <a:spcBef>
                <a:spcPts val="0"/>
              </a:spcBef>
              <a:spcAft>
                <a:spcPts val="0"/>
              </a:spcAft>
              <a:buSzPts val="2600"/>
              <a:buFont typeface="DM Sans"/>
              <a:buNone/>
              <a:defRPr sz="3467" b="1">
                <a:latin typeface="DM Sans"/>
                <a:ea typeface="DM Sans"/>
                <a:cs typeface="DM Sans"/>
                <a:sym typeface="DM Sans"/>
              </a:defRPr>
            </a:lvl9pPr>
          </a:lstStyle>
          <a:p>
            <a:r>
              <a:rPr lang="en-GB"/>
              <a:t>Click to edit Master subtitle style</a:t>
            </a:r>
            <a:endParaRPr/>
          </a:p>
        </p:txBody>
      </p:sp>
      <p:sp>
        <p:nvSpPr>
          <p:cNvPr id="183" name="Google Shape;183;p24"/>
          <p:cNvSpPr txBox="1">
            <a:spLocks noGrp="1"/>
          </p:cNvSpPr>
          <p:nvPr>
            <p:ph type="subTitle" idx="6"/>
          </p:nvPr>
        </p:nvSpPr>
        <p:spPr>
          <a:xfrm>
            <a:off x="960000" y="4433836"/>
            <a:ext cx="10272000" cy="5700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600"/>
              <a:buFont typeface="DM Sans"/>
              <a:buNone/>
              <a:defRPr sz="2667" b="1">
                <a:latin typeface="Poppins"/>
                <a:ea typeface="Poppins"/>
                <a:cs typeface="Poppins"/>
                <a:sym typeface="Poppins"/>
              </a:defRPr>
            </a:lvl1pPr>
            <a:lvl2pPr lvl="1" rtl="0">
              <a:lnSpc>
                <a:spcPct val="115000"/>
              </a:lnSpc>
              <a:spcBef>
                <a:spcPts val="0"/>
              </a:spcBef>
              <a:spcAft>
                <a:spcPts val="0"/>
              </a:spcAft>
              <a:buSzPts val="2600"/>
              <a:buFont typeface="DM Sans"/>
              <a:buNone/>
              <a:defRPr sz="3467" b="1">
                <a:latin typeface="DM Sans"/>
                <a:ea typeface="DM Sans"/>
                <a:cs typeface="DM Sans"/>
                <a:sym typeface="DM Sans"/>
              </a:defRPr>
            </a:lvl2pPr>
            <a:lvl3pPr lvl="2" rtl="0">
              <a:lnSpc>
                <a:spcPct val="115000"/>
              </a:lnSpc>
              <a:spcBef>
                <a:spcPts val="0"/>
              </a:spcBef>
              <a:spcAft>
                <a:spcPts val="0"/>
              </a:spcAft>
              <a:buSzPts val="2600"/>
              <a:buFont typeface="DM Sans"/>
              <a:buNone/>
              <a:defRPr sz="3467" b="1">
                <a:latin typeface="DM Sans"/>
                <a:ea typeface="DM Sans"/>
                <a:cs typeface="DM Sans"/>
                <a:sym typeface="DM Sans"/>
              </a:defRPr>
            </a:lvl3pPr>
            <a:lvl4pPr lvl="3" rtl="0">
              <a:lnSpc>
                <a:spcPct val="115000"/>
              </a:lnSpc>
              <a:spcBef>
                <a:spcPts val="0"/>
              </a:spcBef>
              <a:spcAft>
                <a:spcPts val="0"/>
              </a:spcAft>
              <a:buSzPts val="2600"/>
              <a:buFont typeface="DM Sans"/>
              <a:buNone/>
              <a:defRPr sz="3467" b="1">
                <a:latin typeface="DM Sans"/>
                <a:ea typeface="DM Sans"/>
                <a:cs typeface="DM Sans"/>
                <a:sym typeface="DM Sans"/>
              </a:defRPr>
            </a:lvl4pPr>
            <a:lvl5pPr lvl="4" rtl="0">
              <a:lnSpc>
                <a:spcPct val="115000"/>
              </a:lnSpc>
              <a:spcBef>
                <a:spcPts val="0"/>
              </a:spcBef>
              <a:spcAft>
                <a:spcPts val="0"/>
              </a:spcAft>
              <a:buSzPts val="2600"/>
              <a:buFont typeface="DM Sans"/>
              <a:buNone/>
              <a:defRPr sz="3467" b="1">
                <a:latin typeface="DM Sans"/>
                <a:ea typeface="DM Sans"/>
                <a:cs typeface="DM Sans"/>
                <a:sym typeface="DM Sans"/>
              </a:defRPr>
            </a:lvl5pPr>
            <a:lvl6pPr lvl="5" rtl="0">
              <a:lnSpc>
                <a:spcPct val="115000"/>
              </a:lnSpc>
              <a:spcBef>
                <a:spcPts val="0"/>
              </a:spcBef>
              <a:spcAft>
                <a:spcPts val="0"/>
              </a:spcAft>
              <a:buSzPts val="2600"/>
              <a:buFont typeface="DM Sans"/>
              <a:buNone/>
              <a:defRPr sz="3467" b="1">
                <a:latin typeface="DM Sans"/>
                <a:ea typeface="DM Sans"/>
                <a:cs typeface="DM Sans"/>
                <a:sym typeface="DM Sans"/>
              </a:defRPr>
            </a:lvl6pPr>
            <a:lvl7pPr lvl="6" rtl="0">
              <a:lnSpc>
                <a:spcPct val="115000"/>
              </a:lnSpc>
              <a:spcBef>
                <a:spcPts val="0"/>
              </a:spcBef>
              <a:spcAft>
                <a:spcPts val="0"/>
              </a:spcAft>
              <a:buSzPts val="2600"/>
              <a:buFont typeface="DM Sans"/>
              <a:buNone/>
              <a:defRPr sz="3467" b="1">
                <a:latin typeface="DM Sans"/>
                <a:ea typeface="DM Sans"/>
                <a:cs typeface="DM Sans"/>
                <a:sym typeface="DM Sans"/>
              </a:defRPr>
            </a:lvl7pPr>
            <a:lvl8pPr lvl="7" rtl="0">
              <a:lnSpc>
                <a:spcPct val="115000"/>
              </a:lnSpc>
              <a:spcBef>
                <a:spcPts val="0"/>
              </a:spcBef>
              <a:spcAft>
                <a:spcPts val="0"/>
              </a:spcAft>
              <a:buSzPts val="2600"/>
              <a:buFont typeface="DM Sans"/>
              <a:buNone/>
              <a:defRPr sz="3467" b="1">
                <a:latin typeface="DM Sans"/>
                <a:ea typeface="DM Sans"/>
                <a:cs typeface="DM Sans"/>
                <a:sym typeface="DM Sans"/>
              </a:defRPr>
            </a:lvl8pPr>
            <a:lvl9pPr lvl="8" rtl="0">
              <a:lnSpc>
                <a:spcPct val="115000"/>
              </a:lnSpc>
              <a:spcBef>
                <a:spcPts val="0"/>
              </a:spcBef>
              <a:spcAft>
                <a:spcPts val="0"/>
              </a:spcAft>
              <a:buSzPts val="2600"/>
              <a:buFont typeface="DM Sans"/>
              <a:buNone/>
              <a:defRPr sz="3467" b="1">
                <a:latin typeface="DM Sans"/>
                <a:ea typeface="DM Sans"/>
                <a:cs typeface="DM Sans"/>
                <a:sym typeface="DM Sans"/>
              </a:defRPr>
            </a:lvl9pPr>
          </a:lstStyle>
          <a:p>
            <a:r>
              <a:rPr lang="en-GB"/>
              <a:t>Click to edit Master subtitle style</a:t>
            </a:r>
            <a:endParaRPr/>
          </a:p>
        </p:txBody>
      </p:sp>
      <p:grpSp>
        <p:nvGrpSpPr>
          <p:cNvPr id="184" name="Google Shape;184;p24"/>
          <p:cNvGrpSpPr/>
          <p:nvPr/>
        </p:nvGrpSpPr>
        <p:grpSpPr>
          <a:xfrm>
            <a:off x="-29733" y="-5100675"/>
            <a:ext cx="13311300" cy="11958675"/>
            <a:chOff x="-22300" y="-3825506"/>
            <a:chExt cx="9983475" cy="8969006"/>
          </a:xfrm>
        </p:grpSpPr>
        <p:sp>
          <p:nvSpPr>
            <p:cNvPr id="185" name="Google Shape;185;p24"/>
            <p:cNvSpPr/>
            <p:nvPr/>
          </p:nvSpPr>
          <p:spPr>
            <a:xfrm flipH="1">
              <a:off x="8312375" y="-678400"/>
              <a:ext cx="1648800" cy="1648800"/>
            </a:xfrm>
            <a:prstGeom prst="ellipse">
              <a:avLst/>
            </a:prstGeom>
            <a:solidFill>
              <a:srgbClr val="74CEC4">
                <a:alpha val="6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sp>
          <p:nvSpPr>
            <p:cNvPr id="186" name="Google Shape;186;p24"/>
            <p:cNvSpPr/>
            <p:nvPr/>
          </p:nvSpPr>
          <p:spPr>
            <a:xfrm rot="5400000" flipH="1">
              <a:off x="-27100" y="4612200"/>
              <a:ext cx="536100" cy="526500"/>
            </a:xfrm>
            <a:prstGeom prst="round1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sp>
          <p:nvSpPr>
            <p:cNvPr id="187" name="Google Shape;187;p24"/>
            <p:cNvSpPr/>
            <p:nvPr/>
          </p:nvSpPr>
          <p:spPr>
            <a:xfrm flipH="1">
              <a:off x="171200" y="4469010"/>
              <a:ext cx="526500" cy="526500"/>
            </a:xfrm>
            <a:prstGeom prst="ellipse">
              <a:avLst/>
            </a:prstGeom>
            <a:solidFill>
              <a:srgbClr val="0584A4">
                <a:alpha val="4063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sp>
          <p:nvSpPr>
            <p:cNvPr id="188" name="Google Shape;188;p24"/>
            <p:cNvSpPr/>
            <p:nvPr/>
          </p:nvSpPr>
          <p:spPr>
            <a:xfrm>
              <a:off x="7819550" y="-3825506"/>
              <a:ext cx="1483500" cy="4365000"/>
            </a:xfrm>
            <a:prstGeom prst="roundRect">
              <a:avLst>
                <a:gd name="adj" fmla="val 50000"/>
              </a:avLst>
            </a:prstGeom>
            <a:solidFill>
              <a:srgbClr val="0584A4">
                <a:alpha val="4063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grpSp>
    </p:spTree>
    <p:extLst>
      <p:ext uri="{BB962C8B-B14F-4D97-AF65-F5344CB8AC3E}">
        <p14:creationId xmlns:p14="http://schemas.microsoft.com/office/powerpoint/2010/main" val="219494674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189"/>
        <p:cNvGrpSpPr/>
        <p:nvPr/>
      </p:nvGrpSpPr>
      <p:grpSpPr>
        <a:xfrm>
          <a:off x="0" y="0"/>
          <a:ext cx="0" cy="0"/>
          <a:chOff x="0" y="0"/>
          <a:chExt cx="0" cy="0"/>
        </a:xfrm>
      </p:grpSpPr>
      <p:sp>
        <p:nvSpPr>
          <p:cNvPr id="190" name="Google Shape;190;p25"/>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GB"/>
              <a:t>Click to edit Master title style</a:t>
            </a:r>
            <a:endParaRPr/>
          </a:p>
        </p:txBody>
      </p:sp>
      <p:sp>
        <p:nvSpPr>
          <p:cNvPr id="191" name="Google Shape;191;p25"/>
          <p:cNvSpPr txBox="1">
            <a:spLocks noGrp="1"/>
          </p:cNvSpPr>
          <p:nvPr>
            <p:ph type="subTitle" idx="1"/>
          </p:nvPr>
        </p:nvSpPr>
        <p:spPr>
          <a:xfrm>
            <a:off x="2330184" y="2197233"/>
            <a:ext cx="3502400" cy="1214800"/>
          </a:xfrm>
          <a:prstGeom prst="rect">
            <a:avLst/>
          </a:prstGeom>
          <a:ln>
            <a:noFill/>
          </a:ln>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GB"/>
              <a:t>Click to edit Master subtitle style</a:t>
            </a:r>
            <a:endParaRPr/>
          </a:p>
        </p:txBody>
      </p:sp>
      <p:sp>
        <p:nvSpPr>
          <p:cNvPr id="192" name="Google Shape;192;p25"/>
          <p:cNvSpPr txBox="1">
            <a:spLocks noGrp="1"/>
          </p:cNvSpPr>
          <p:nvPr>
            <p:ph type="subTitle" idx="2"/>
          </p:nvPr>
        </p:nvSpPr>
        <p:spPr>
          <a:xfrm>
            <a:off x="6914784" y="2197233"/>
            <a:ext cx="3502400" cy="1214800"/>
          </a:xfrm>
          <a:prstGeom prst="rect">
            <a:avLst/>
          </a:prstGeom>
          <a:ln>
            <a:noFill/>
          </a:ln>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GB"/>
              <a:t>Click to edit Master subtitle style</a:t>
            </a:r>
            <a:endParaRPr/>
          </a:p>
        </p:txBody>
      </p:sp>
      <p:sp>
        <p:nvSpPr>
          <p:cNvPr id="193" name="Google Shape;193;p25"/>
          <p:cNvSpPr txBox="1">
            <a:spLocks noGrp="1"/>
          </p:cNvSpPr>
          <p:nvPr>
            <p:ph type="subTitle" idx="3"/>
          </p:nvPr>
        </p:nvSpPr>
        <p:spPr>
          <a:xfrm>
            <a:off x="2330184" y="4309233"/>
            <a:ext cx="3502400" cy="1214800"/>
          </a:xfrm>
          <a:prstGeom prst="rect">
            <a:avLst/>
          </a:prstGeom>
          <a:ln>
            <a:noFill/>
          </a:ln>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GB"/>
              <a:t>Click to edit Master subtitle style</a:t>
            </a:r>
            <a:endParaRPr/>
          </a:p>
        </p:txBody>
      </p:sp>
      <p:sp>
        <p:nvSpPr>
          <p:cNvPr id="194" name="Google Shape;194;p25"/>
          <p:cNvSpPr txBox="1">
            <a:spLocks noGrp="1"/>
          </p:cNvSpPr>
          <p:nvPr>
            <p:ph type="subTitle" idx="4"/>
          </p:nvPr>
        </p:nvSpPr>
        <p:spPr>
          <a:xfrm>
            <a:off x="6914784" y="4309233"/>
            <a:ext cx="3502400" cy="1214800"/>
          </a:xfrm>
          <a:prstGeom prst="rect">
            <a:avLst/>
          </a:prstGeom>
          <a:ln>
            <a:noFill/>
          </a:ln>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GB"/>
              <a:t>Click to edit Master subtitle style</a:t>
            </a:r>
            <a:endParaRPr/>
          </a:p>
        </p:txBody>
      </p:sp>
      <p:sp>
        <p:nvSpPr>
          <p:cNvPr id="195" name="Google Shape;195;p25"/>
          <p:cNvSpPr txBox="1">
            <a:spLocks noGrp="1"/>
          </p:cNvSpPr>
          <p:nvPr>
            <p:ph type="subTitle" idx="5"/>
          </p:nvPr>
        </p:nvSpPr>
        <p:spPr>
          <a:xfrm>
            <a:off x="2330200" y="1620833"/>
            <a:ext cx="3502400" cy="643200"/>
          </a:xfrm>
          <a:prstGeom prst="rect">
            <a:avLst/>
          </a:prstGeom>
          <a:ln>
            <a:noFill/>
          </a:ln>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DM Sans"/>
              <a:buNone/>
              <a:defRPr sz="2667" b="1">
                <a:latin typeface="Poppins"/>
                <a:ea typeface="Poppins"/>
                <a:cs typeface="Poppins"/>
                <a:sym typeface="Poppins"/>
              </a:defRPr>
            </a:lvl1pPr>
            <a:lvl2pPr lvl="1" algn="ctr" rtl="0">
              <a:lnSpc>
                <a:spcPct val="115000"/>
              </a:lnSpc>
              <a:spcBef>
                <a:spcPts val="0"/>
              </a:spcBef>
              <a:spcAft>
                <a:spcPts val="0"/>
              </a:spcAft>
              <a:buSzPts val="2400"/>
              <a:buFont typeface="DM Sans"/>
              <a:buNone/>
              <a:defRPr sz="32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32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32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32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32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32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32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3200" b="1">
                <a:latin typeface="DM Sans"/>
                <a:ea typeface="DM Sans"/>
                <a:cs typeface="DM Sans"/>
                <a:sym typeface="DM Sans"/>
              </a:defRPr>
            </a:lvl9pPr>
          </a:lstStyle>
          <a:p>
            <a:r>
              <a:rPr lang="en-GB"/>
              <a:t>Click to edit Master subtitle style</a:t>
            </a:r>
            <a:endParaRPr/>
          </a:p>
        </p:txBody>
      </p:sp>
      <p:sp>
        <p:nvSpPr>
          <p:cNvPr id="196" name="Google Shape;196;p25"/>
          <p:cNvSpPr txBox="1">
            <a:spLocks noGrp="1"/>
          </p:cNvSpPr>
          <p:nvPr>
            <p:ph type="subTitle" idx="6"/>
          </p:nvPr>
        </p:nvSpPr>
        <p:spPr>
          <a:xfrm>
            <a:off x="6914800" y="1620833"/>
            <a:ext cx="3502400" cy="643200"/>
          </a:xfrm>
          <a:prstGeom prst="rect">
            <a:avLst/>
          </a:prstGeom>
          <a:ln>
            <a:noFill/>
          </a:ln>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DM Sans"/>
              <a:buNone/>
              <a:defRPr sz="2667" b="1">
                <a:latin typeface="Poppins"/>
                <a:ea typeface="Poppins"/>
                <a:cs typeface="Poppins"/>
                <a:sym typeface="Poppins"/>
              </a:defRPr>
            </a:lvl1pPr>
            <a:lvl2pPr lvl="1" algn="ctr" rtl="0">
              <a:lnSpc>
                <a:spcPct val="115000"/>
              </a:lnSpc>
              <a:spcBef>
                <a:spcPts val="0"/>
              </a:spcBef>
              <a:spcAft>
                <a:spcPts val="0"/>
              </a:spcAft>
              <a:buSzPts val="2400"/>
              <a:buFont typeface="DM Sans"/>
              <a:buNone/>
              <a:defRPr sz="32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32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32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32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32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32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32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3200" b="1">
                <a:latin typeface="DM Sans"/>
                <a:ea typeface="DM Sans"/>
                <a:cs typeface="DM Sans"/>
                <a:sym typeface="DM Sans"/>
              </a:defRPr>
            </a:lvl9pPr>
          </a:lstStyle>
          <a:p>
            <a:r>
              <a:rPr lang="en-GB"/>
              <a:t>Click to edit Master subtitle style</a:t>
            </a:r>
            <a:endParaRPr/>
          </a:p>
        </p:txBody>
      </p:sp>
      <p:sp>
        <p:nvSpPr>
          <p:cNvPr id="197" name="Google Shape;197;p25"/>
          <p:cNvSpPr txBox="1">
            <a:spLocks noGrp="1"/>
          </p:cNvSpPr>
          <p:nvPr>
            <p:ph type="subTitle" idx="7"/>
          </p:nvPr>
        </p:nvSpPr>
        <p:spPr>
          <a:xfrm>
            <a:off x="2330200" y="3732767"/>
            <a:ext cx="3502400" cy="643200"/>
          </a:xfrm>
          <a:prstGeom prst="rect">
            <a:avLst/>
          </a:prstGeom>
          <a:ln>
            <a:noFill/>
          </a:ln>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DM Sans"/>
              <a:buNone/>
              <a:defRPr sz="2667" b="1">
                <a:latin typeface="Poppins"/>
                <a:ea typeface="Poppins"/>
                <a:cs typeface="Poppins"/>
                <a:sym typeface="Poppins"/>
              </a:defRPr>
            </a:lvl1pPr>
            <a:lvl2pPr lvl="1" algn="ctr" rtl="0">
              <a:lnSpc>
                <a:spcPct val="115000"/>
              </a:lnSpc>
              <a:spcBef>
                <a:spcPts val="0"/>
              </a:spcBef>
              <a:spcAft>
                <a:spcPts val="0"/>
              </a:spcAft>
              <a:buSzPts val="2400"/>
              <a:buFont typeface="DM Sans"/>
              <a:buNone/>
              <a:defRPr sz="32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32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32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32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32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32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32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3200" b="1">
                <a:latin typeface="DM Sans"/>
                <a:ea typeface="DM Sans"/>
                <a:cs typeface="DM Sans"/>
                <a:sym typeface="DM Sans"/>
              </a:defRPr>
            </a:lvl9pPr>
          </a:lstStyle>
          <a:p>
            <a:r>
              <a:rPr lang="en-GB"/>
              <a:t>Click to edit Master subtitle style</a:t>
            </a:r>
            <a:endParaRPr/>
          </a:p>
        </p:txBody>
      </p:sp>
      <p:sp>
        <p:nvSpPr>
          <p:cNvPr id="198" name="Google Shape;198;p25"/>
          <p:cNvSpPr txBox="1">
            <a:spLocks noGrp="1"/>
          </p:cNvSpPr>
          <p:nvPr>
            <p:ph type="subTitle" idx="8"/>
          </p:nvPr>
        </p:nvSpPr>
        <p:spPr>
          <a:xfrm>
            <a:off x="6914800" y="3732767"/>
            <a:ext cx="3502400" cy="643200"/>
          </a:xfrm>
          <a:prstGeom prst="rect">
            <a:avLst/>
          </a:prstGeom>
          <a:ln>
            <a:noFill/>
          </a:ln>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DM Sans"/>
              <a:buNone/>
              <a:defRPr sz="2667" b="1">
                <a:latin typeface="Poppins"/>
                <a:ea typeface="Poppins"/>
                <a:cs typeface="Poppins"/>
                <a:sym typeface="Poppins"/>
              </a:defRPr>
            </a:lvl1pPr>
            <a:lvl2pPr lvl="1" algn="ctr" rtl="0">
              <a:lnSpc>
                <a:spcPct val="115000"/>
              </a:lnSpc>
              <a:spcBef>
                <a:spcPts val="0"/>
              </a:spcBef>
              <a:spcAft>
                <a:spcPts val="0"/>
              </a:spcAft>
              <a:buSzPts val="2400"/>
              <a:buFont typeface="DM Sans"/>
              <a:buNone/>
              <a:defRPr sz="32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32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32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32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32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32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32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3200" b="1">
                <a:latin typeface="DM Sans"/>
                <a:ea typeface="DM Sans"/>
                <a:cs typeface="DM Sans"/>
                <a:sym typeface="DM Sans"/>
              </a:defRPr>
            </a:lvl9pPr>
          </a:lstStyle>
          <a:p>
            <a:r>
              <a:rPr lang="en-GB"/>
              <a:t>Click to edit Master subtitle style</a:t>
            </a:r>
            <a:endParaRPr/>
          </a:p>
        </p:txBody>
      </p:sp>
      <p:grpSp>
        <p:nvGrpSpPr>
          <p:cNvPr id="199" name="Google Shape;199;p25"/>
          <p:cNvGrpSpPr/>
          <p:nvPr/>
        </p:nvGrpSpPr>
        <p:grpSpPr>
          <a:xfrm>
            <a:off x="-3478600" y="-91137"/>
            <a:ext cx="19743567" cy="7235539"/>
            <a:chOff x="-2608950" y="-68353"/>
            <a:chExt cx="14807675" cy="5426654"/>
          </a:xfrm>
        </p:grpSpPr>
        <p:sp>
          <p:nvSpPr>
            <p:cNvPr id="200" name="Google Shape;200;p25"/>
            <p:cNvSpPr/>
            <p:nvPr/>
          </p:nvSpPr>
          <p:spPr>
            <a:xfrm rot="-5400000">
              <a:off x="9880775" y="-1781803"/>
              <a:ext cx="604500" cy="40314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sp>
          <p:nvSpPr>
            <p:cNvPr id="201" name="Google Shape;201;p25"/>
            <p:cNvSpPr/>
            <p:nvPr/>
          </p:nvSpPr>
          <p:spPr>
            <a:xfrm rot="-5400000">
              <a:off x="9588139" y="-734549"/>
              <a:ext cx="604500" cy="2794500"/>
            </a:xfrm>
            <a:prstGeom prst="roundRect">
              <a:avLst>
                <a:gd name="adj" fmla="val 50000"/>
              </a:avLst>
            </a:prstGeom>
            <a:solidFill>
              <a:srgbClr val="74CEC4">
                <a:alpha val="6063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sp>
          <p:nvSpPr>
            <p:cNvPr id="202" name="Google Shape;202;p25"/>
            <p:cNvSpPr/>
            <p:nvPr/>
          </p:nvSpPr>
          <p:spPr>
            <a:xfrm rot="5400000">
              <a:off x="-895500" y="3040351"/>
              <a:ext cx="604500" cy="40314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sp>
          <p:nvSpPr>
            <p:cNvPr id="203" name="Google Shape;203;p25"/>
            <p:cNvSpPr/>
            <p:nvPr/>
          </p:nvSpPr>
          <p:spPr>
            <a:xfrm rot="5400000">
              <a:off x="-380001" y="3806300"/>
              <a:ext cx="604500" cy="1641900"/>
            </a:xfrm>
            <a:prstGeom prst="roundRect">
              <a:avLst>
                <a:gd name="adj" fmla="val 50000"/>
              </a:avLst>
            </a:prstGeom>
            <a:solidFill>
              <a:srgbClr val="F2557A">
                <a:alpha val="6563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grpSp>
    </p:spTree>
    <p:extLst>
      <p:ext uri="{BB962C8B-B14F-4D97-AF65-F5344CB8AC3E}">
        <p14:creationId xmlns:p14="http://schemas.microsoft.com/office/powerpoint/2010/main" val="210586179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204"/>
        <p:cNvGrpSpPr/>
        <p:nvPr/>
      </p:nvGrpSpPr>
      <p:grpSpPr>
        <a:xfrm>
          <a:off x="0" y="0"/>
          <a:ext cx="0" cy="0"/>
          <a:chOff x="0" y="0"/>
          <a:chExt cx="0" cy="0"/>
        </a:xfrm>
      </p:grpSpPr>
      <p:sp>
        <p:nvSpPr>
          <p:cNvPr id="205" name="Google Shape;205;p26"/>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GB"/>
              <a:t>Click to edit Master title style</a:t>
            </a:r>
            <a:endParaRPr/>
          </a:p>
        </p:txBody>
      </p:sp>
      <p:sp>
        <p:nvSpPr>
          <p:cNvPr id="206" name="Google Shape;206;p26"/>
          <p:cNvSpPr txBox="1">
            <a:spLocks noGrp="1"/>
          </p:cNvSpPr>
          <p:nvPr>
            <p:ph type="subTitle" idx="1"/>
          </p:nvPr>
        </p:nvSpPr>
        <p:spPr>
          <a:xfrm>
            <a:off x="1395175" y="2865600"/>
            <a:ext cx="2754800" cy="847200"/>
          </a:xfrm>
          <a:prstGeom prst="rect">
            <a:avLst/>
          </a:prstGeom>
          <a:ln>
            <a:noFill/>
          </a:ln>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GB"/>
              <a:t>Click to edit Master subtitle style</a:t>
            </a:r>
            <a:endParaRPr/>
          </a:p>
        </p:txBody>
      </p:sp>
      <p:sp>
        <p:nvSpPr>
          <p:cNvPr id="207" name="Google Shape;207;p26"/>
          <p:cNvSpPr txBox="1">
            <a:spLocks noGrp="1"/>
          </p:cNvSpPr>
          <p:nvPr>
            <p:ph type="subTitle" idx="2"/>
          </p:nvPr>
        </p:nvSpPr>
        <p:spPr>
          <a:xfrm>
            <a:off x="4718600" y="2865600"/>
            <a:ext cx="2754800" cy="847200"/>
          </a:xfrm>
          <a:prstGeom prst="rect">
            <a:avLst/>
          </a:prstGeom>
          <a:ln>
            <a:noFill/>
          </a:ln>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GB"/>
              <a:t>Click to edit Master subtitle style</a:t>
            </a:r>
            <a:endParaRPr/>
          </a:p>
        </p:txBody>
      </p:sp>
      <p:sp>
        <p:nvSpPr>
          <p:cNvPr id="208" name="Google Shape;208;p26"/>
          <p:cNvSpPr txBox="1">
            <a:spLocks noGrp="1"/>
          </p:cNvSpPr>
          <p:nvPr>
            <p:ph type="subTitle" idx="3"/>
          </p:nvPr>
        </p:nvSpPr>
        <p:spPr>
          <a:xfrm>
            <a:off x="1395175" y="5120667"/>
            <a:ext cx="2754800" cy="847200"/>
          </a:xfrm>
          <a:prstGeom prst="rect">
            <a:avLst/>
          </a:prstGeom>
          <a:ln>
            <a:noFill/>
          </a:ln>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GB"/>
              <a:t>Click to edit Master subtitle style</a:t>
            </a:r>
            <a:endParaRPr/>
          </a:p>
        </p:txBody>
      </p:sp>
      <p:sp>
        <p:nvSpPr>
          <p:cNvPr id="209" name="Google Shape;209;p26"/>
          <p:cNvSpPr txBox="1">
            <a:spLocks noGrp="1"/>
          </p:cNvSpPr>
          <p:nvPr>
            <p:ph type="subTitle" idx="4"/>
          </p:nvPr>
        </p:nvSpPr>
        <p:spPr>
          <a:xfrm>
            <a:off x="4718600" y="5120667"/>
            <a:ext cx="2754800" cy="847200"/>
          </a:xfrm>
          <a:prstGeom prst="rect">
            <a:avLst/>
          </a:prstGeom>
          <a:ln>
            <a:noFill/>
          </a:ln>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GB"/>
              <a:t>Click to edit Master subtitle style</a:t>
            </a:r>
            <a:endParaRPr/>
          </a:p>
        </p:txBody>
      </p:sp>
      <p:sp>
        <p:nvSpPr>
          <p:cNvPr id="210" name="Google Shape;210;p26"/>
          <p:cNvSpPr txBox="1">
            <a:spLocks noGrp="1"/>
          </p:cNvSpPr>
          <p:nvPr>
            <p:ph type="subTitle" idx="5"/>
          </p:nvPr>
        </p:nvSpPr>
        <p:spPr>
          <a:xfrm>
            <a:off x="8042025" y="2865600"/>
            <a:ext cx="2754800" cy="847200"/>
          </a:xfrm>
          <a:prstGeom prst="rect">
            <a:avLst/>
          </a:prstGeom>
          <a:ln>
            <a:noFill/>
          </a:ln>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GB"/>
              <a:t>Click to edit Master subtitle style</a:t>
            </a:r>
            <a:endParaRPr/>
          </a:p>
        </p:txBody>
      </p:sp>
      <p:sp>
        <p:nvSpPr>
          <p:cNvPr id="211" name="Google Shape;211;p26"/>
          <p:cNvSpPr txBox="1">
            <a:spLocks noGrp="1"/>
          </p:cNvSpPr>
          <p:nvPr>
            <p:ph type="subTitle" idx="6"/>
          </p:nvPr>
        </p:nvSpPr>
        <p:spPr>
          <a:xfrm>
            <a:off x="8042025" y="5120667"/>
            <a:ext cx="2754800" cy="847200"/>
          </a:xfrm>
          <a:prstGeom prst="rect">
            <a:avLst/>
          </a:prstGeom>
          <a:ln>
            <a:noFill/>
          </a:ln>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GB"/>
              <a:t>Click to edit Master subtitle style</a:t>
            </a:r>
            <a:endParaRPr/>
          </a:p>
        </p:txBody>
      </p:sp>
      <p:sp>
        <p:nvSpPr>
          <p:cNvPr id="212" name="Google Shape;212;p26"/>
          <p:cNvSpPr txBox="1">
            <a:spLocks noGrp="1"/>
          </p:cNvSpPr>
          <p:nvPr>
            <p:ph type="subTitle" idx="7"/>
          </p:nvPr>
        </p:nvSpPr>
        <p:spPr>
          <a:xfrm>
            <a:off x="1395175" y="2310633"/>
            <a:ext cx="2754800" cy="656800"/>
          </a:xfrm>
          <a:prstGeom prst="rect">
            <a:avLst/>
          </a:prstGeom>
          <a:ln>
            <a:noFill/>
          </a:ln>
        </p:spPr>
        <p:txBody>
          <a:bodyPr spcFirstLastPara="1" wrap="square" lIns="91425" tIns="91425" rIns="91425" bIns="91425" anchor="b" anchorCtr="0">
            <a:noAutofit/>
          </a:bodyPr>
          <a:lstStyle>
            <a:lvl1pPr lvl="0" algn="ctr" rtl="0">
              <a:lnSpc>
                <a:spcPct val="115000"/>
              </a:lnSpc>
              <a:spcBef>
                <a:spcPts val="0"/>
              </a:spcBef>
              <a:spcAft>
                <a:spcPts val="0"/>
              </a:spcAft>
              <a:buSzPts val="2400"/>
              <a:buFont typeface="DM Sans"/>
              <a:buNone/>
              <a:defRPr sz="2667" b="1">
                <a:solidFill>
                  <a:schemeClr val="dk1"/>
                </a:solidFill>
                <a:latin typeface="Poppins"/>
                <a:ea typeface="Poppins"/>
                <a:cs typeface="Poppins"/>
                <a:sym typeface="Poppins"/>
              </a:defRPr>
            </a:lvl1pPr>
            <a:lvl2pPr lvl="1" algn="ctr" rtl="0">
              <a:lnSpc>
                <a:spcPct val="115000"/>
              </a:lnSpc>
              <a:spcBef>
                <a:spcPts val="0"/>
              </a:spcBef>
              <a:spcAft>
                <a:spcPts val="0"/>
              </a:spcAft>
              <a:buSzPts val="2400"/>
              <a:buFont typeface="DM Sans"/>
              <a:buNone/>
              <a:defRPr sz="32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32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32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32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32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32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32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3200" b="1">
                <a:latin typeface="DM Sans"/>
                <a:ea typeface="DM Sans"/>
                <a:cs typeface="DM Sans"/>
                <a:sym typeface="DM Sans"/>
              </a:defRPr>
            </a:lvl9pPr>
          </a:lstStyle>
          <a:p>
            <a:r>
              <a:rPr lang="en-GB"/>
              <a:t>Click to edit Master subtitle style</a:t>
            </a:r>
            <a:endParaRPr/>
          </a:p>
        </p:txBody>
      </p:sp>
      <p:sp>
        <p:nvSpPr>
          <p:cNvPr id="213" name="Google Shape;213;p26"/>
          <p:cNvSpPr txBox="1">
            <a:spLocks noGrp="1"/>
          </p:cNvSpPr>
          <p:nvPr>
            <p:ph type="subTitle" idx="8"/>
          </p:nvPr>
        </p:nvSpPr>
        <p:spPr>
          <a:xfrm>
            <a:off x="4718600" y="2310633"/>
            <a:ext cx="2754800" cy="656800"/>
          </a:xfrm>
          <a:prstGeom prst="rect">
            <a:avLst/>
          </a:prstGeom>
          <a:ln>
            <a:noFill/>
          </a:ln>
        </p:spPr>
        <p:txBody>
          <a:bodyPr spcFirstLastPara="1" wrap="square" lIns="91425" tIns="91425" rIns="91425" bIns="91425" anchor="b" anchorCtr="0">
            <a:noAutofit/>
          </a:bodyPr>
          <a:lstStyle>
            <a:lvl1pPr lvl="0" algn="ctr" rtl="0">
              <a:lnSpc>
                <a:spcPct val="115000"/>
              </a:lnSpc>
              <a:spcBef>
                <a:spcPts val="0"/>
              </a:spcBef>
              <a:spcAft>
                <a:spcPts val="0"/>
              </a:spcAft>
              <a:buSzPts val="2400"/>
              <a:buFont typeface="DM Sans"/>
              <a:buNone/>
              <a:defRPr sz="2667" b="1">
                <a:solidFill>
                  <a:schemeClr val="dk1"/>
                </a:solidFill>
                <a:latin typeface="Poppins"/>
                <a:ea typeface="Poppins"/>
                <a:cs typeface="Poppins"/>
                <a:sym typeface="Poppins"/>
              </a:defRPr>
            </a:lvl1pPr>
            <a:lvl2pPr lvl="1" algn="ctr" rtl="0">
              <a:lnSpc>
                <a:spcPct val="115000"/>
              </a:lnSpc>
              <a:spcBef>
                <a:spcPts val="0"/>
              </a:spcBef>
              <a:spcAft>
                <a:spcPts val="0"/>
              </a:spcAft>
              <a:buSzPts val="2400"/>
              <a:buFont typeface="DM Sans"/>
              <a:buNone/>
              <a:defRPr sz="32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32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32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32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32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32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32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3200" b="1">
                <a:latin typeface="DM Sans"/>
                <a:ea typeface="DM Sans"/>
                <a:cs typeface="DM Sans"/>
                <a:sym typeface="DM Sans"/>
              </a:defRPr>
            </a:lvl9pPr>
          </a:lstStyle>
          <a:p>
            <a:r>
              <a:rPr lang="en-GB"/>
              <a:t>Click to edit Master subtitle style</a:t>
            </a:r>
            <a:endParaRPr/>
          </a:p>
        </p:txBody>
      </p:sp>
      <p:sp>
        <p:nvSpPr>
          <p:cNvPr id="214" name="Google Shape;214;p26"/>
          <p:cNvSpPr txBox="1">
            <a:spLocks noGrp="1"/>
          </p:cNvSpPr>
          <p:nvPr>
            <p:ph type="subTitle" idx="9"/>
          </p:nvPr>
        </p:nvSpPr>
        <p:spPr>
          <a:xfrm>
            <a:off x="8042025" y="2310633"/>
            <a:ext cx="2754800" cy="656800"/>
          </a:xfrm>
          <a:prstGeom prst="rect">
            <a:avLst/>
          </a:prstGeom>
          <a:ln>
            <a:noFill/>
          </a:ln>
        </p:spPr>
        <p:txBody>
          <a:bodyPr spcFirstLastPara="1" wrap="square" lIns="91425" tIns="91425" rIns="91425" bIns="91425" anchor="b" anchorCtr="0">
            <a:noAutofit/>
          </a:bodyPr>
          <a:lstStyle>
            <a:lvl1pPr lvl="0" algn="ctr" rtl="0">
              <a:lnSpc>
                <a:spcPct val="115000"/>
              </a:lnSpc>
              <a:spcBef>
                <a:spcPts val="0"/>
              </a:spcBef>
              <a:spcAft>
                <a:spcPts val="0"/>
              </a:spcAft>
              <a:buSzPts val="2400"/>
              <a:buFont typeface="DM Sans"/>
              <a:buNone/>
              <a:defRPr sz="2667" b="1">
                <a:solidFill>
                  <a:schemeClr val="dk1"/>
                </a:solidFill>
                <a:latin typeface="Poppins"/>
                <a:ea typeface="Poppins"/>
                <a:cs typeface="Poppins"/>
                <a:sym typeface="Poppins"/>
              </a:defRPr>
            </a:lvl1pPr>
            <a:lvl2pPr lvl="1" algn="ctr" rtl="0">
              <a:lnSpc>
                <a:spcPct val="115000"/>
              </a:lnSpc>
              <a:spcBef>
                <a:spcPts val="0"/>
              </a:spcBef>
              <a:spcAft>
                <a:spcPts val="0"/>
              </a:spcAft>
              <a:buSzPts val="2400"/>
              <a:buFont typeface="DM Sans"/>
              <a:buNone/>
              <a:defRPr sz="32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32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32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32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32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32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32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3200" b="1">
                <a:latin typeface="DM Sans"/>
                <a:ea typeface="DM Sans"/>
                <a:cs typeface="DM Sans"/>
                <a:sym typeface="DM Sans"/>
              </a:defRPr>
            </a:lvl9pPr>
          </a:lstStyle>
          <a:p>
            <a:r>
              <a:rPr lang="en-GB"/>
              <a:t>Click to edit Master subtitle style</a:t>
            </a:r>
            <a:endParaRPr/>
          </a:p>
        </p:txBody>
      </p:sp>
      <p:sp>
        <p:nvSpPr>
          <p:cNvPr id="215" name="Google Shape;215;p26"/>
          <p:cNvSpPr txBox="1">
            <a:spLocks noGrp="1"/>
          </p:cNvSpPr>
          <p:nvPr>
            <p:ph type="subTitle" idx="13"/>
          </p:nvPr>
        </p:nvSpPr>
        <p:spPr>
          <a:xfrm>
            <a:off x="1395175" y="4565433"/>
            <a:ext cx="2754800" cy="656800"/>
          </a:xfrm>
          <a:prstGeom prst="rect">
            <a:avLst/>
          </a:prstGeom>
          <a:ln>
            <a:noFill/>
          </a:ln>
        </p:spPr>
        <p:txBody>
          <a:bodyPr spcFirstLastPara="1" wrap="square" lIns="91425" tIns="91425" rIns="91425" bIns="91425" anchor="b" anchorCtr="0">
            <a:noAutofit/>
          </a:bodyPr>
          <a:lstStyle>
            <a:lvl1pPr lvl="0" algn="ctr" rtl="0">
              <a:lnSpc>
                <a:spcPct val="115000"/>
              </a:lnSpc>
              <a:spcBef>
                <a:spcPts val="0"/>
              </a:spcBef>
              <a:spcAft>
                <a:spcPts val="0"/>
              </a:spcAft>
              <a:buSzPts val="2400"/>
              <a:buFont typeface="DM Sans"/>
              <a:buNone/>
              <a:defRPr sz="2667" b="1">
                <a:solidFill>
                  <a:schemeClr val="dk1"/>
                </a:solidFill>
                <a:latin typeface="Poppins"/>
                <a:ea typeface="Poppins"/>
                <a:cs typeface="Poppins"/>
                <a:sym typeface="Poppins"/>
              </a:defRPr>
            </a:lvl1pPr>
            <a:lvl2pPr lvl="1" algn="ctr" rtl="0">
              <a:lnSpc>
                <a:spcPct val="115000"/>
              </a:lnSpc>
              <a:spcBef>
                <a:spcPts val="0"/>
              </a:spcBef>
              <a:spcAft>
                <a:spcPts val="0"/>
              </a:spcAft>
              <a:buSzPts val="2400"/>
              <a:buFont typeface="DM Sans"/>
              <a:buNone/>
              <a:defRPr sz="32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32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32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32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32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32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32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3200" b="1">
                <a:latin typeface="DM Sans"/>
                <a:ea typeface="DM Sans"/>
                <a:cs typeface="DM Sans"/>
                <a:sym typeface="DM Sans"/>
              </a:defRPr>
            </a:lvl9pPr>
          </a:lstStyle>
          <a:p>
            <a:r>
              <a:rPr lang="en-GB"/>
              <a:t>Click to edit Master subtitle style</a:t>
            </a:r>
            <a:endParaRPr/>
          </a:p>
        </p:txBody>
      </p:sp>
      <p:sp>
        <p:nvSpPr>
          <p:cNvPr id="216" name="Google Shape;216;p26"/>
          <p:cNvSpPr txBox="1">
            <a:spLocks noGrp="1"/>
          </p:cNvSpPr>
          <p:nvPr>
            <p:ph type="subTitle" idx="14"/>
          </p:nvPr>
        </p:nvSpPr>
        <p:spPr>
          <a:xfrm>
            <a:off x="4718600" y="4565433"/>
            <a:ext cx="2754800" cy="656800"/>
          </a:xfrm>
          <a:prstGeom prst="rect">
            <a:avLst/>
          </a:prstGeom>
          <a:ln>
            <a:noFill/>
          </a:ln>
        </p:spPr>
        <p:txBody>
          <a:bodyPr spcFirstLastPara="1" wrap="square" lIns="91425" tIns="91425" rIns="91425" bIns="91425" anchor="b" anchorCtr="0">
            <a:noAutofit/>
          </a:bodyPr>
          <a:lstStyle>
            <a:lvl1pPr lvl="0" algn="ctr" rtl="0">
              <a:lnSpc>
                <a:spcPct val="115000"/>
              </a:lnSpc>
              <a:spcBef>
                <a:spcPts val="0"/>
              </a:spcBef>
              <a:spcAft>
                <a:spcPts val="0"/>
              </a:spcAft>
              <a:buSzPts val="2400"/>
              <a:buFont typeface="DM Sans"/>
              <a:buNone/>
              <a:defRPr sz="2667" b="1">
                <a:solidFill>
                  <a:schemeClr val="dk1"/>
                </a:solidFill>
                <a:latin typeface="Poppins"/>
                <a:ea typeface="Poppins"/>
                <a:cs typeface="Poppins"/>
                <a:sym typeface="Poppins"/>
              </a:defRPr>
            </a:lvl1pPr>
            <a:lvl2pPr lvl="1" algn="ctr" rtl="0">
              <a:lnSpc>
                <a:spcPct val="115000"/>
              </a:lnSpc>
              <a:spcBef>
                <a:spcPts val="0"/>
              </a:spcBef>
              <a:spcAft>
                <a:spcPts val="0"/>
              </a:spcAft>
              <a:buSzPts val="2400"/>
              <a:buFont typeface="DM Sans"/>
              <a:buNone/>
              <a:defRPr sz="32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32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32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32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32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32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32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3200" b="1">
                <a:latin typeface="DM Sans"/>
                <a:ea typeface="DM Sans"/>
                <a:cs typeface="DM Sans"/>
                <a:sym typeface="DM Sans"/>
              </a:defRPr>
            </a:lvl9pPr>
          </a:lstStyle>
          <a:p>
            <a:r>
              <a:rPr lang="en-GB"/>
              <a:t>Click to edit Master subtitle style</a:t>
            </a:r>
            <a:endParaRPr/>
          </a:p>
        </p:txBody>
      </p:sp>
      <p:sp>
        <p:nvSpPr>
          <p:cNvPr id="217" name="Google Shape;217;p26"/>
          <p:cNvSpPr txBox="1">
            <a:spLocks noGrp="1"/>
          </p:cNvSpPr>
          <p:nvPr>
            <p:ph type="subTitle" idx="15"/>
          </p:nvPr>
        </p:nvSpPr>
        <p:spPr>
          <a:xfrm>
            <a:off x="8042025" y="4565433"/>
            <a:ext cx="2754800" cy="656800"/>
          </a:xfrm>
          <a:prstGeom prst="rect">
            <a:avLst/>
          </a:prstGeom>
          <a:ln>
            <a:noFill/>
          </a:ln>
        </p:spPr>
        <p:txBody>
          <a:bodyPr spcFirstLastPara="1" wrap="square" lIns="91425" tIns="91425" rIns="91425" bIns="91425" anchor="b" anchorCtr="0">
            <a:noAutofit/>
          </a:bodyPr>
          <a:lstStyle>
            <a:lvl1pPr lvl="0" algn="ctr" rtl="0">
              <a:lnSpc>
                <a:spcPct val="115000"/>
              </a:lnSpc>
              <a:spcBef>
                <a:spcPts val="0"/>
              </a:spcBef>
              <a:spcAft>
                <a:spcPts val="0"/>
              </a:spcAft>
              <a:buSzPts val="2400"/>
              <a:buFont typeface="DM Sans"/>
              <a:buNone/>
              <a:defRPr sz="2667" b="1">
                <a:solidFill>
                  <a:schemeClr val="dk1"/>
                </a:solidFill>
                <a:latin typeface="Poppins"/>
                <a:ea typeface="Poppins"/>
                <a:cs typeface="Poppins"/>
                <a:sym typeface="Poppins"/>
              </a:defRPr>
            </a:lvl1pPr>
            <a:lvl2pPr lvl="1" algn="ctr" rtl="0">
              <a:lnSpc>
                <a:spcPct val="115000"/>
              </a:lnSpc>
              <a:spcBef>
                <a:spcPts val="0"/>
              </a:spcBef>
              <a:spcAft>
                <a:spcPts val="0"/>
              </a:spcAft>
              <a:buSzPts val="2400"/>
              <a:buFont typeface="DM Sans"/>
              <a:buNone/>
              <a:defRPr sz="32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32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32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32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32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32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32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3200" b="1">
                <a:latin typeface="DM Sans"/>
                <a:ea typeface="DM Sans"/>
                <a:cs typeface="DM Sans"/>
                <a:sym typeface="DM Sans"/>
              </a:defRPr>
            </a:lvl9pPr>
          </a:lstStyle>
          <a:p>
            <a:r>
              <a:rPr lang="en-GB"/>
              <a:t>Click to edit Master subtitle style</a:t>
            </a:r>
            <a:endParaRPr/>
          </a:p>
        </p:txBody>
      </p:sp>
      <p:grpSp>
        <p:nvGrpSpPr>
          <p:cNvPr id="218" name="Google Shape;218;p26"/>
          <p:cNvGrpSpPr/>
          <p:nvPr/>
        </p:nvGrpSpPr>
        <p:grpSpPr>
          <a:xfrm>
            <a:off x="-484152" y="-915807"/>
            <a:ext cx="13113731" cy="8154373"/>
            <a:chOff x="-363114" y="-686855"/>
            <a:chExt cx="9835298" cy="6115780"/>
          </a:xfrm>
        </p:grpSpPr>
        <p:sp>
          <p:nvSpPr>
            <p:cNvPr id="219" name="Google Shape;219;p26"/>
            <p:cNvSpPr/>
            <p:nvPr/>
          </p:nvSpPr>
          <p:spPr>
            <a:xfrm flipH="1">
              <a:off x="8812484" y="4331375"/>
              <a:ext cx="277200" cy="277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sp>
          <p:nvSpPr>
            <p:cNvPr id="220" name="Google Shape;220;p26"/>
            <p:cNvSpPr/>
            <p:nvPr/>
          </p:nvSpPr>
          <p:spPr>
            <a:xfrm rot="10800000" flipH="1">
              <a:off x="-173878" y="-686855"/>
              <a:ext cx="677400" cy="1828500"/>
            </a:xfrm>
            <a:prstGeom prst="roundRect">
              <a:avLst>
                <a:gd name="adj" fmla="val 50000"/>
              </a:avLst>
            </a:prstGeom>
            <a:solidFill>
              <a:srgbClr val="74CEC4">
                <a:alpha val="6063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sp>
          <p:nvSpPr>
            <p:cNvPr id="221" name="Google Shape;221;p26"/>
            <p:cNvSpPr/>
            <p:nvPr/>
          </p:nvSpPr>
          <p:spPr>
            <a:xfrm flipH="1">
              <a:off x="-363114" y="781582"/>
              <a:ext cx="698700" cy="698700"/>
            </a:xfrm>
            <a:prstGeom prst="chord">
              <a:avLst>
                <a:gd name="adj1" fmla="val 5399387"/>
                <a:gd name="adj2" fmla="val 1620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sp>
          <p:nvSpPr>
            <p:cNvPr id="222" name="Google Shape;222;p26"/>
            <p:cNvSpPr/>
            <p:nvPr/>
          </p:nvSpPr>
          <p:spPr>
            <a:xfrm flipH="1">
              <a:off x="8812484" y="4769225"/>
              <a:ext cx="659700" cy="659700"/>
            </a:xfrm>
            <a:prstGeom prst="ellipse">
              <a:avLst/>
            </a:prstGeom>
            <a:solidFill>
              <a:srgbClr val="F2557A">
                <a:alpha val="6563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grpSp>
    </p:spTree>
    <p:extLst>
      <p:ext uri="{BB962C8B-B14F-4D97-AF65-F5344CB8AC3E}">
        <p14:creationId xmlns:p14="http://schemas.microsoft.com/office/powerpoint/2010/main" val="362777625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Numbers and text">
  <p:cSld name="Numbers and text">
    <p:bg>
      <p:bgPr>
        <a:solidFill>
          <a:schemeClr val="dk1"/>
        </a:solidFill>
        <a:effectLst/>
      </p:bgPr>
    </p:bg>
    <p:spTree>
      <p:nvGrpSpPr>
        <p:cNvPr id="1" name="Shape 223"/>
        <p:cNvGrpSpPr/>
        <p:nvPr/>
      </p:nvGrpSpPr>
      <p:grpSpPr>
        <a:xfrm>
          <a:off x="0" y="0"/>
          <a:ext cx="0" cy="0"/>
          <a:chOff x="0" y="0"/>
          <a:chExt cx="0" cy="0"/>
        </a:xfrm>
      </p:grpSpPr>
      <p:sp>
        <p:nvSpPr>
          <p:cNvPr id="224" name="Google Shape;224;p27"/>
          <p:cNvSpPr txBox="1">
            <a:spLocks noGrp="1"/>
          </p:cNvSpPr>
          <p:nvPr>
            <p:ph type="title" hasCustomPrompt="1"/>
          </p:nvPr>
        </p:nvSpPr>
        <p:spPr>
          <a:xfrm>
            <a:off x="950967" y="837733"/>
            <a:ext cx="5489600" cy="1025200"/>
          </a:xfrm>
          <a:prstGeom prst="rect">
            <a:avLst/>
          </a:prstGeom>
          <a:noFill/>
        </p:spPr>
        <p:txBody>
          <a:bodyPr spcFirstLastPara="1" wrap="square" lIns="91425" tIns="91425" rIns="91425" bIns="91425" anchor="b" anchorCtr="0">
            <a:noAutofit/>
          </a:bodyPr>
          <a:lstStyle>
            <a:lvl1pPr lvl="0" algn="ctr" rtl="0">
              <a:lnSpc>
                <a:spcPct val="115000"/>
              </a:lnSpc>
              <a:spcBef>
                <a:spcPts val="0"/>
              </a:spcBef>
              <a:spcAft>
                <a:spcPts val="0"/>
              </a:spcAft>
              <a:buClr>
                <a:schemeClr val="lt1"/>
              </a:buClr>
              <a:buSzPts val="6000"/>
              <a:buNone/>
              <a:defRPr sz="5067">
                <a:solidFill>
                  <a:schemeClr val="lt1"/>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225" name="Google Shape;225;p27"/>
          <p:cNvSpPr txBox="1">
            <a:spLocks noGrp="1"/>
          </p:cNvSpPr>
          <p:nvPr>
            <p:ph type="subTitle" idx="1"/>
          </p:nvPr>
        </p:nvSpPr>
        <p:spPr>
          <a:xfrm>
            <a:off x="950967" y="1615825"/>
            <a:ext cx="5489600" cy="7984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2400"/>
              <a:buNone/>
              <a:defRPr sz="2133">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r>
              <a:rPr lang="en-GB"/>
              <a:t>Click to edit Master subtitle style</a:t>
            </a:r>
            <a:endParaRPr/>
          </a:p>
        </p:txBody>
      </p:sp>
      <p:sp>
        <p:nvSpPr>
          <p:cNvPr id="226" name="Google Shape;226;p27"/>
          <p:cNvSpPr txBox="1">
            <a:spLocks noGrp="1"/>
          </p:cNvSpPr>
          <p:nvPr>
            <p:ph type="title" idx="2" hasCustomPrompt="1"/>
          </p:nvPr>
        </p:nvSpPr>
        <p:spPr>
          <a:xfrm>
            <a:off x="950967" y="2640752"/>
            <a:ext cx="5489600" cy="1025200"/>
          </a:xfrm>
          <a:prstGeom prst="rect">
            <a:avLst/>
          </a:prstGeom>
          <a:noFill/>
        </p:spPr>
        <p:txBody>
          <a:bodyPr spcFirstLastPara="1" wrap="square" lIns="91425" tIns="91425" rIns="91425" bIns="91425" anchor="b" anchorCtr="0">
            <a:noAutofit/>
          </a:bodyPr>
          <a:lstStyle>
            <a:lvl1pPr lvl="0" algn="ctr" rtl="0">
              <a:lnSpc>
                <a:spcPct val="115000"/>
              </a:lnSpc>
              <a:spcBef>
                <a:spcPts val="0"/>
              </a:spcBef>
              <a:spcAft>
                <a:spcPts val="0"/>
              </a:spcAft>
              <a:buClr>
                <a:schemeClr val="lt1"/>
              </a:buClr>
              <a:buSzPts val="6000"/>
              <a:buNone/>
              <a:defRPr sz="5067">
                <a:solidFill>
                  <a:schemeClr val="lt1"/>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227" name="Google Shape;227;p27"/>
          <p:cNvSpPr txBox="1">
            <a:spLocks noGrp="1"/>
          </p:cNvSpPr>
          <p:nvPr>
            <p:ph type="subTitle" idx="3"/>
          </p:nvPr>
        </p:nvSpPr>
        <p:spPr>
          <a:xfrm>
            <a:off x="950967" y="3418844"/>
            <a:ext cx="5489600" cy="7984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2400"/>
              <a:buNone/>
              <a:defRPr sz="2133">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r>
              <a:rPr lang="en-GB"/>
              <a:t>Click to edit Master subtitle style</a:t>
            </a:r>
            <a:endParaRPr/>
          </a:p>
        </p:txBody>
      </p:sp>
      <p:sp>
        <p:nvSpPr>
          <p:cNvPr id="228" name="Google Shape;228;p27"/>
          <p:cNvSpPr txBox="1">
            <a:spLocks noGrp="1"/>
          </p:cNvSpPr>
          <p:nvPr>
            <p:ph type="title" idx="4" hasCustomPrompt="1"/>
          </p:nvPr>
        </p:nvSpPr>
        <p:spPr>
          <a:xfrm>
            <a:off x="950967" y="4443771"/>
            <a:ext cx="5489600" cy="1025200"/>
          </a:xfrm>
          <a:prstGeom prst="rect">
            <a:avLst/>
          </a:prstGeom>
          <a:noFill/>
        </p:spPr>
        <p:txBody>
          <a:bodyPr spcFirstLastPara="1" wrap="square" lIns="91425" tIns="91425" rIns="91425" bIns="91425" anchor="b" anchorCtr="0">
            <a:noAutofit/>
          </a:bodyPr>
          <a:lstStyle>
            <a:lvl1pPr lvl="0" algn="ctr" rtl="0">
              <a:lnSpc>
                <a:spcPct val="115000"/>
              </a:lnSpc>
              <a:spcBef>
                <a:spcPts val="0"/>
              </a:spcBef>
              <a:spcAft>
                <a:spcPts val="0"/>
              </a:spcAft>
              <a:buClr>
                <a:schemeClr val="lt1"/>
              </a:buClr>
              <a:buSzPts val="6000"/>
              <a:buNone/>
              <a:defRPr sz="5067">
                <a:solidFill>
                  <a:schemeClr val="lt1"/>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229" name="Google Shape;229;p27"/>
          <p:cNvSpPr txBox="1">
            <a:spLocks noGrp="1"/>
          </p:cNvSpPr>
          <p:nvPr>
            <p:ph type="subTitle" idx="5"/>
          </p:nvPr>
        </p:nvSpPr>
        <p:spPr>
          <a:xfrm>
            <a:off x="950967" y="5221863"/>
            <a:ext cx="5489600" cy="7984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2400"/>
              <a:buNone/>
              <a:defRPr sz="2133">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r>
              <a:rPr lang="en-GB"/>
              <a:t>Click to edit Master subtitle style</a:t>
            </a:r>
            <a:endParaRPr/>
          </a:p>
        </p:txBody>
      </p:sp>
    </p:spTree>
    <p:extLst>
      <p:ext uri="{BB962C8B-B14F-4D97-AF65-F5344CB8AC3E}">
        <p14:creationId xmlns:p14="http://schemas.microsoft.com/office/powerpoint/2010/main" val="316844648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230"/>
        <p:cNvGrpSpPr/>
        <p:nvPr/>
      </p:nvGrpSpPr>
      <p:grpSpPr>
        <a:xfrm>
          <a:off x="0" y="0"/>
          <a:ext cx="0" cy="0"/>
          <a:chOff x="0" y="0"/>
          <a:chExt cx="0" cy="0"/>
        </a:xfrm>
      </p:grpSpPr>
      <p:sp>
        <p:nvSpPr>
          <p:cNvPr id="231" name="Google Shape;231;p28"/>
          <p:cNvSpPr txBox="1">
            <a:spLocks noGrp="1"/>
          </p:cNvSpPr>
          <p:nvPr>
            <p:ph type="title"/>
          </p:nvPr>
        </p:nvSpPr>
        <p:spPr>
          <a:xfrm>
            <a:off x="3130584" y="720000"/>
            <a:ext cx="5930800" cy="1411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8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GB"/>
              <a:t>Click to edit Master title style</a:t>
            </a:r>
            <a:endParaRPr/>
          </a:p>
        </p:txBody>
      </p:sp>
      <p:sp>
        <p:nvSpPr>
          <p:cNvPr id="232" name="Google Shape;232;p28"/>
          <p:cNvSpPr txBox="1">
            <a:spLocks noGrp="1"/>
          </p:cNvSpPr>
          <p:nvPr>
            <p:ph type="subTitle" idx="1"/>
          </p:nvPr>
        </p:nvSpPr>
        <p:spPr>
          <a:xfrm>
            <a:off x="3130600" y="2131616"/>
            <a:ext cx="5930800" cy="1633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GB"/>
              <a:t>Click to edit Master subtitle style</a:t>
            </a:r>
            <a:endParaRPr/>
          </a:p>
        </p:txBody>
      </p:sp>
      <p:sp>
        <p:nvSpPr>
          <p:cNvPr id="233" name="Google Shape;233;p28"/>
          <p:cNvSpPr txBox="1"/>
          <p:nvPr/>
        </p:nvSpPr>
        <p:spPr>
          <a:xfrm>
            <a:off x="3412333" y="4637733"/>
            <a:ext cx="5367200" cy="1021600"/>
          </a:xfrm>
          <a:prstGeom prst="rect">
            <a:avLst/>
          </a:prstGeom>
          <a:noFill/>
          <a:ln>
            <a:noFill/>
          </a:ln>
        </p:spPr>
        <p:txBody>
          <a:bodyPr spcFirstLastPara="1" wrap="square" lIns="121900" tIns="121900" rIns="121900" bIns="121900" anchor="t" anchorCtr="0">
            <a:noAutofit/>
          </a:bodyPr>
          <a:lstStyle/>
          <a:p>
            <a:pPr marL="0" lvl="0" indent="0" algn="ctr" rtl="0">
              <a:lnSpc>
                <a:spcPct val="115000"/>
              </a:lnSpc>
              <a:spcBef>
                <a:spcPts val="400"/>
              </a:spcBef>
              <a:spcAft>
                <a:spcPts val="0"/>
              </a:spcAft>
              <a:buNone/>
            </a:pPr>
            <a:r>
              <a:rPr lang="en" sz="1600">
                <a:solidFill>
                  <a:schemeClr val="dk1"/>
                </a:solidFill>
                <a:latin typeface="Albert Sans"/>
                <a:ea typeface="Albert Sans"/>
                <a:cs typeface="Albert Sans"/>
                <a:sym typeface="Albert Sans"/>
              </a:rPr>
              <a:t>CREDITS: This presentation template was created by </a:t>
            </a:r>
            <a:r>
              <a:rPr lang="en" sz="1600" b="1" u="sng">
                <a:solidFill>
                  <a:schemeClr val="dk1"/>
                </a:solidFill>
                <a:latin typeface="Albert Sans"/>
                <a:ea typeface="Albert Sans"/>
                <a:cs typeface="Albert Sans"/>
                <a:sym typeface="Albert Sans"/>
                <a:hlinkClick r:id="rId2">
                  <a:extLst>
                    <a:ext uri="{A12FA001-AC4F-418D-AE19-62706E023703}">
                      <ahyp:hlinkClr xmlns:ahyp="http://schemas.microsoft.com/office/drawing/2018/hyperlinkcolor" val="tx"/>
                    </a:ext>
                  </a:extLst>
                </a:hlinkClick>
              </a:rPr>
              <a:t>Slidesgo</a:t>
            </a:r>
            <a:r>
              <a:rPr lang="en" sz="1600" b="1">
                <a:solidFill>
                  <a:schemeClr val="dk1"/>
                </a:solidFill>
                <a:latin typeface="Albert Sans"/>
                <a:ea typeface="Albert Sans"/>
                <a:cs typeface="Albert Sans"/>
                <a:sym typeface="Albert Sans"/>
              </a:rPr>
              <a:t>,</a:t>
            </a:r>
            <a:r>
              <a:rPr lang="en" sz="1600">
                <a:solidFill>
                  <a:schemeClr val="dk1"/>
                </a:solidFill>
                <a:latin typeface="Albert Sans"/>
                <a:ea typeface="Albert Sans"/>
                <a:cs typeface="Albert Sans"/>
                <a:sym typeface="Albert Sans"/>
              </a:rPr>
              <a:t> and includes icons by</a:t>
            </a:r>
            <a:r>
              <a:rPr lang="en" sz="1600" b="1">
                <a:solidFill>
                  <a:schemeClr val="dk1"/>
                </a:solidFill>
                <a:latin typeface="Albert Sans"/>
                <a:ea typeface="Albert Sans"/>
                <a:cs typeface="Albert Sans"/>
                <a:sym typeface="Albert Sans"/>
              </a:rPr>
              <a:t> </a:t>
            </a:r>
            <a:r>
              <a:rPr lang="en" sz="1600" b="1" u="sng">
                <a:solidFill>
                  <a:schemeClr val="dk1"/>
                </a:solidFill>
                <a:latin typeface="Albert Sans"/>
                <a:ea typeface="Albert Sans"/>
                <a:cs typeface="Albert Sans"/>
                <a:sym typeface="Albert Sans"/>
                <a:hlinkClick r:id="rId3">
                  <a:extLst>
                    <a:ext uri="{A12FA001-AC4F-418D-AE19-62706E023703}">
                      <ahyp:hlinkClr xmlns:ahyp="http://schemas.microsoft.com/office/drawing/2018/hyperlinkcolor" val="tx"/>
                    </a:ext>
                  </a:extLst>
                </a:hlinkClick>
              </a:rPr>
              <a:t>Flaticon</a:t>
            </a:r>
            <a:r>
              <a:rPr lang="en" sz="1600" b="1">
                <a:solidFill>
                  <a:schemeClr val="dk1"/>
                </a:solidFill>
                <a:latin typeface="Albert Sans"/>
                <a:ea typeface="Albert Sans"/>
                <a:cs typeface="Albert Sans"/>
                <a:sym typeface="Albert Sans"/>
              </a:rPr>
              <a:t>,</a:t>
            </a:r>
            <a:r>
              <a:rPr lang="en" sz="1600">
                <a:solidFill>
                  <a:schemeClr val="dk1"/>
                </a:solidFill>
                <a:latin typeface="Albert Sans"/>
                <a:ea typeface="Albert Sans"/>
                <a:cs typeface="Albert Sans"/>
                <a:sym typeface="Albert Sans"/>
              </a:rPr>
              <a:t> and infographics &amp; images by </a:t>
            </a:r>
            <a:r>
              <a:rPr lang="en" sz="1600" b="1" u="sng">
                <a:solidFill>
                  <a:schemeClr val="dk1"/>
                </a:solidFill>
                <a:latin typeface="Albert Sans"/>
                <a:ea typeface="Albert Sans"/>
                <a:cs typeface="Albert Sans"/>
                <a:sym typeface="Albert Sans"/>
                <a:hlinkClick r:id="rId4">
                  <a:extLst>
                    <a:ext uri="{A12FA001-AC4F-418D-AE19-62706E023703}">
                      <ahyp:hlinkClr xmlns:ahyp="http://schemas.microsoft.com/office/drawing/2018/hyperlinkcolor" val="tx"/>
                    </a:ext>
                  </a:extLst>
                </a:hlinkClick>
              </a:rPr>
              <a:t>Freepik</a:t>
            </a:r>
            <a:r>
              <a:rPr lang="en" sz="1600" b="1" u="sng">
                <a:solidFill>
                  <a:schemeClr val="dk1"/>
                </a:solidFill>
                <a:latin typeface="Albert Sans"/>
                <a:ea typeface="Albert Sans"/>
                <a:cs typeface="Albert Sans"/>
                <a:sym typeface="Albert Sans"/>
              </a:rPr>
              <a:t> </a:t>
            </a:r>
            <a:endParaRPr sz="1600" b="1" u="sng">
              <a:solidFill>
                <a:schemeClr val="dk1"/>
              </a:solidFill>
              <a:latin typeface="Albert Sans"/>
              <a:ea typeface="Albert Sans"/>
              <a:cs typeface="Albert Sans"/>
              <a:sym typeface="Albert Sans"/>
            </a:endParaRPr>
          </a:p>
        </p:txBody>
      </p:sp>
      <p:grpSp>
        <p:nvGrpSpPr>
          <p:cNvPr id="234" name="Google Shape;234;p28"/>
          <p:cNvGrpSpPr/>
          <p:nvPr/>
        </p:nvGrpSpPr>
        <p:grpSpPr>
          <a:xfrm flipH="1">
            <a:off x="349612" y="-1026506"/>
            <a:ext cx="12368365" cy="12235873"/>
            <a:chOff x="-386316" y="-769880"/>
            <a:chExt cx="9276274" cy="9176905"/>
          </a:xfrm>
        </p:grpSpPr>
        <p:sp>
          <p:nvSpPr>
            <p:cNvPr id="235" name="Google Shape;235;p28"/>
            <p:cNvSpPr/>
            <p:nvPr/>
          </p:nvSpPr>
          <p:spPr>
            <a:xfrm>
              <a:off x="7629958" y="3058625"/>
              <a:ext cx="1260000" cy="53484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sp>
          <p:nvSpPr>
            <p:cNvPr id="236" name="Google Shape;236;p28"/>
            <p:cNvSpPr/>
            <p:nvPr/>
          </p:nvSpPr>
          <p:spPr>
            <a:xfrm>
              <a:off x="6736200" y="3879112"/>
              <a:ext cx="1260000" cy="3707400"/>
            </a:xfrm>
            <a:prstGeom prst="roundRect">
              <a:avLst>
                <a:gd name="adj" fmla="val 50000"/>
              </a:avLst>
            </a:prstGeom>
            <a:solidFill>
              <a:srgbClr val="74CEC4">
                <a:alpha val="6063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sp>
          <p:nvSpPr>
            <p:cNvPr id="237" name="Google Shape;237;p28"/>
            <p:cNvSpPr/>
            <p:nvPr/>
          </p:nvSpPr>
          <p:spPr>
            <a:xfrm rot="10800000">
              <a:off x="312387" y="-769880"/>
              <a:ext cx="677400" cy="18285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sp>
          <p:nvSpPr>
            <p:cNvPr id="238" name="Google Shape;238;p28"/>
            <p:cNvSpPr/>
            <p:nvPr/>
          </p:nvSpPr>
          <p:spPr>
            <a:xfrm rot="10800000">
              <a:off x="-38477" y="-27518"/>
              <a:ext cx="698700" cy="698700"/>
            </a:xfrm>
            <a:prstGeom prst="chord">
              <a:avLst>
                <a:gd name="adj1" fmla="val 5399387"/>
                <a:gd name="adj2" fmla="val 16200000"/>
              </a:avLst>
            </a:prstGeom>
            <a:solidFill>
              <a:srgbClr val="74CEC4">
                <a:alpha val="6063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sp>
          <p:nvSpPr>
            <p:cNvPr id="239" name="Google Shape;239;p28"/>
            <p:cNvSpPr/>
            <p:nvPr/>
          </p:nvSpPr>
          <p:spPr>
            <a:xfrm rot="10800000">
              <a:off x="-386316" y="-27518"/>
              <a:ext cx="698700" cy="698700"/>
            </a:xfrm>
            <a:prstGeom prst="chord">
              <a:avLst>
                <a:gd name="adj1" fmla="val 5399387"/>
                <a:gd name="adj2" fmla="val 16200000"/>
              </a:avLst>
            </a:prstGeom>
            <a:solidFill>
              <a:srgbClr val="F2557A">
                <a:alpha val="6563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grpSp>
    </p:spTree>
    <p:extLst>
      <p:ext uri="{BB962C8B-B14F-4D97-AF65-F5344CB8AC3E}">
        <p14:creationId xmlns:p14="http://schemas.microsoft.com/office/powerpoint/2010/main" val="171443099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240"/>
        <p:cNvGrpSpPr/>
        <p:nvPr/>
      </p:nvGrpSpPr>
      <p:grpSpPr>
        <a:xfrm>
          <a:off x="0" y="0"/>
          <a:ext cx="0" cy="0"/>
          <a:chOff x="0" y="0"/>
          <a:chExt cx="0" cy="0"/>
        </a:xfrm>
      </p:grpSpPr>
      <p:sp>
        <p:nvSpPr>
          <p:cNvPr id="241" name="Google Shape;241;p29"/>
          <p:cNvSpPr/>
          <p:nvPr/>
        </p:nvSpPr>
        <p:spPr>
          <a:xfrm flipH="1">
            <a:off x="11083167" y="-904533"/>
            <a:ext cx="2198400" cy="2198400"/>
          </a:xfrm>
          <a:prstGeom prst="ellipse">
            <a:avLst/>
          </a:prstGeom>
          <a:solidFill>
            <a:schemeClr val="accent1"/>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sp>
        <p:nvSpPr>
          <p:cNvPr id="242" name="Google Shape;242;p29"/>
          <p:cNvSpPr/>
          <p:nvPr/>
        </p:nvSpPr>
        <p:spPr>
          <a:xfrm rot="5400000" flipH="1">
            <a:off x="-36133" y="6149600"/>
            <a:ext cx="714800" cy="702000"/>
          </a:xfrm>
          <a:prstGeom prst="round1Rect">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sp>
        <p:nvSpPr>
          <p:cNvPr id="243" name="Google Shape;243;p29"/>
          <p:cNvSpPr/>
          <p:nvPr/>
        </p:nvSpPr>
        <p:spPr>
          <a:xfrm flipH="1">
            <a:off x="228267" y="5958680"/>
            <a:ext cx="702000" cy="702000"/>
          </a:xfrm>
          <a:prstGeom prst="ellipse">
            <a:avLst/>
          </a:prstGeom>
          <a:solidFill>
            <a:srgbClr val="0584A4">
              <a:alpha val="31880"/>
            </a:srgbClr>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sp>
        <p:nvSpPr>
          <p:cNvPr id="244" name="Google Shape;244;p29"/>
          <p:cNvSpPr/>
          <p:nvPr/>
        </p:nvSpPr>
        <p:spPr>
          <a:xfrm>
            <a:off x="10426067" y="-5100675"/>
            <a:ext cx="1978000" cy="5820000"/>
          </a:xfrm>
          <a:prstGeom prst="roundRect">
            <a:avLst>
              <a:gd name="adj" fmla="val 50000"/>
            </a:avLst>
          </a:prstGeom>
          <a:solidFill>
            <a:srgbClr val="FFFFFF">
              <a:alpha val="41250"/>
            </a:srgbClr>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spTree>
    <p:extLst>
      <p:ext uri="{BB962C8B-B14F-4D97-AF65-F5344CB8AC3E}">
        <p14:creationId xmlns:p14="http://schemas.microsoft.com/office/powerpoint/2010/main" val="23285155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245"/>
        <p:cNvGrpSpPr/>
        <p:nvPr/>
      </p:nvGrpSpPr>
      <p:grpSpPr>
        <a:xfrm>
          <a:off x="0" y="0"/>
          <a:ext cx="0" cy="0"/>
          <a:chOff x="0" y="0"/>
          <a:chExt cx="0" cy="0"/>
        </a:xfrm>
      </p:grpSpPr>
      <p:grpSp>
        <p:nvGrpSpPr>
          <p:cNvPr id="246" name="Google Shape;246;p30"/>
          <p:cNvGrpSpPr/>
          <p:nvPr/>
        </p:nvGrpSpPr>
        <p:grpSpPr>
          <a:xfrm>
            <a:off x="-484152" y="-915807"/>
            <a:ext cx="13113731" cy="8154373"/>
            <a:chOff x="-363114" y="-686855"/>
            <a:chExt cx="9835298" cy="6115780"/>
          </a:xfrm>
        </p:grpSpPr>
        <p:sp>
          <p:nvSpPr>
            <p:cNvPr id="247" name="Google Shape;247;p30"/>
            <p:cNvSpPr/>
            <p:nvPr/>
          </p:nvSpPr>
          <p:spPr>
            <a:xfrm flipH="1">
              <a:off x="8812484" y="4331375"/>
              <a:ext cx="277200" cy="277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sp>
          <p:nvSpPr>
            <p:cNvPr id="248" name="Google Shape;248;p30"/>
            <p:cNvSpPr/>
            <p:nvPr/>
          </p:nvSpPr>
          <p:spPr>
            <a:xfrm rot="10800000" flipH="1">
              <a:off x="-173878" y="-686855"/>
              <a:ext cx="677400" cy="1828500"/>
            </a:xfrm>
            <a:prstGeom prst="roundRect">
              <a:avLst>
                <a:gd name="adj" fmla="val 50000"/>
              </a:avLst>
            </a:prstGeom>
            <a:solidFill>
              <a:srgbClr val="74CEC4">
                <a:alpha val="6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sp>
          <p:nvSpPr>
            <p:cNvPr id="249" name="Google Shape;249;p30"/>
            <p:cNvSpPr/>
            <p:nvPr/>
          </p:nvSpPr>
          <p:spPr>
            <a:xfrm flipH="1">
              <a:off x="-363114" y="781582"/>
              <a:ext cx="698700" cy="698700"/>
            </a:xfrm>
            <a:prstGeom prst="chord">
              <a:avLst>
                <a:gd name="adj1" fmla="val 5399387"/>
                <a:gd name="adj2" fmla="val 1620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sp>
          <p:nvSpPr>
            <p:cNvPr id="250" name="Google Shape;250;p30"/>
            <p:cNvSpPr/>
            <p:nvPr/>
          </p:nvSpPr>
          <p:spPr>
            <a:xfrm flipH="1">
              <a:off x="8812484" y="4769225"/>
              <a:ext cx="659700" cy="659700"/>
            </a:xfrm>
            <a:prstGeom prst="ellipse">
              <a:avLst/>
            </a:prstGeom>
            <a:solidFill>
              <a:srgbClr val="EE325F">
                <a:alpha val="718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Albert Sans"/>
                <a:ea typeface="Albert Sans"/>
                <a:cs typeface="Albert Sans"/>
                <a:sym typeface="Albert Sans"/>
              </a:endParaRPr>
            </a:p>
          </p:txBody>
        </p:sp>
      </p:grpSp>
    </p:spTree>
    <p:extLst>
      <p:ext uri="{BB962C8B-B14F-4D97-AF65-F5344CB8AC3E}">
        <p14:creationId xmlns:p14="http://schemas.microsoft.com/office/powerpoint/2010/main" val="162822533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254"/>
        <p:cNvGrpSpPr/>
        <p:nvPr/>
      </p:nvGrpSpPr>
      <p:grpSpPr>
        <a:xfrm>
          <a:off x="0" y="0"/>
          <a:ext cx="0" cy="0"/>
          <a:chOff x="0" y="0"/>
          <a:chExt cx="0" cy="0"/>
        </a:xfrm>
      </p:grpSpPr>
    </p:spTree>
    <p:extLst>
      <p:ext uri="{BB962C8B-B14F-4D97-AF65-F5344CB8AC3E}">
        <p14:creationId xmlns:p14="http://schemas.microsoft.com/office/powerpoint/2010/main" val="98789584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255"/>
        <p:cNvGrpSpPr/>
        <p:nvPr/>
      </p:nvGrpSpPr>
      <p:grpSpPr>
        <a:xfrm>
          <a:off x="0" y="0"/>
          <a:ext cx="0" cy="0"/>
          <a:chOff x="0" y="0"/>
          <a:chExt cx="0" cy="0"/>
        </a:xfrm>
      </p:grpSpPr>
      <p:sp>
        <p:nvSpPr>
          <p:cNvPr id="256" name="Google Shape;256;p33"/>
          <p:cNvSpPr txBox="1">
            <a:spLocks noGrp="1"/>
          </p:cNvSpPr>
          <p:nvPr>
            <p:ph type="title"/>
          </p:nvPr>
        </p:nvSpPr>
        <p:spPr>
          <a:xfrm>
            <a:off x="964600" y="681367"/>
            <a:ext cx="10262800" cy="6432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Arial"/>
              <a:buNone/>
              <a:defRPr>
                <a:solidFill>
                  <a:schemeClr val="lt1"/>
                </a:solidFill>
                <a:latin typeface="Arial"/>
                <a:ea typeface="Arial"/>
                <a:cs typeface="Arial"/>
                <a:sym typeface="Arial"/>
              </a:defRPr>
            </a:lvl1pPr>
            <a:lvl2pPr lvl="1" rtl="0">
              <a:spcBef>
                <a:spcPts val="0"/>
              </a:spcBef>
              <a:spcAft>
                <a:spcPts val="0"/>
              </a:spcAft>
              <a:buSzPts val="2400"/>
              <a:buFont typeface="Arial"/>
              <a:buNone/>
              <a:defRPr>
                <a:latin typeface="Arial"/>
                <a:ea typeface="Arial"/>
                <a:cs typeface="Arial"/>
                <a:sym typeface="Arial"/>
              </a:defRPr>
            </a:lvl2pPr>
            <a:lvl3pPr lvl="2" rtl="0">
              <a:spcBef>
                <a:spcPts val="0"/>
              </a:spcBef>
              <a:spcAft>
                <a:spcPts val="0"/>
              </a:spcAft>
              <a:buSzPts val="2400"/>
              <a:buFont typeface="Arial"/>
              <a:buNone/>
              <a:defRPr>
                <a:latin typeface="Arial"/>
                <a:ea typeface="Arial"/>
                <a:cs typeface="Arial"/>
                <a:sym typeface="Arial"/>
              </a:defRPr>
            </a:lvl3pPr>
            <a:lvl4pPr lvl="3" rtl="0">
              <a:spcBef>
                <a:spcPts val="0"/>
              </a:spcBef>
              <a:spcAft>
                <a:spcPts val="0"/>
              </a:spcAft>
              <a:buSzPts val="2400"/>
              <a:buFont typeface="Arial"/>
              <a:buNone/>
              <a:defRPr>
                <a:latin typeface="Arial"/>
                <a:ea typeface="Arial"/>
                <a:cs typeface="Arial"/>
                <a:sym typeface="Arial"/>
              </a:defRPr>
            </a:lvl4pPr>
            <a:lvl5pPr lvl="4" rtl="0">
              <a:spcBef>
                <a:spcPts val="0"/>
              </a:spcBef>
              <a:spcAft>
                <a:spcPts val="0"/>
              </a:spcAft>
              <a:buSzPts val="2400"/>
              <a:buFont typeface="Arial"/>
              <a:buNone/>
              <a:defRPr>
                <a:latin typeface="Arial"/>
                <a:ea typeface="Arial"/>
                <a:cs typeface="Arial"/>
                <a:sym typeface="Arial"/>
              </a:defRPr>
            </a:lvl5pPr>
            <a:lvl6pPr lvl="5" rtl="0">
              <a:spcBef>
                <a:spcPts val="0"/>
              </a:spcBef>
              <a:spcAft>
                <a:spcPts val="0"/>
              </a:spcAft>
              <a:buSzPts val="2400"/>
              <a:buFont typeface="Arial"/>
              <a:buNone/>
              <a:defRPr>
                <a:latin typeface="Arial"/>
                <a:ea typeface="Arial"/>
                <a:cs typeface="Arial"/>
                <a:sym typeface="Arial"/>
              </a:defRPr>
            </a:lvl6pPr>
            <a:lvl7pPr lvl="6" rtl="0">
              <a:spcBef>
                <a:spcPts val="0"/>
              </a:spcBef>
              <a:spcAft>
                <a:spcPts val="0"/>
              </a:spcAft>
              <a:buSzPts val="2400"/>
              <a:buFont typeface="Arial"/>
              <a:buNone/>
              <a:defRPr>
                <a:latin typeface="Arial"/>
                <a:ea typeface="Arial"/>
                <a:cs typeface="Arial"/>
                <a:sym typeface="Arial"/>
              </a:defRPr>
            </a:lvl7pPr>
            <a:lvl8pPr lvl="7" rtl="0">
              <a:spcBef>
                <a:spcPts val="0"/>
              </a:spcBef>
              <a:spcAft>
                <a:spcPts val="0"/>
              </a:spcAft>
              <a:buSzPts val="2400"/>
              <a:buFont typeface="Arial"/>
              <a:buNone/>
              <a:defRPr>
                <a:latin typeface="Arial"/>
                <a:ea typeface="Arial"/>
                <a:cs typeface="Arial"/>
                <a:sym typeface="Arial"/>
              </a:defRPr>
            </a:lvl8pPr>
            <a:lvl9pPr lvl="8" rtl="0">
              <a:spcBef>
                <a:spcPts val="0"/>
              </a:spcBef>
              <a:spcAft>
                <a:spcPts val="0"/>
              </a:spcAft>
              <a:buSzPts val="2400"/>
              <a:buFont typeface="Arial"/>
              <a:buNone/>
              <a:defRPr>
                <a:latin typeface="Arial"/>
                <a:ea typeface="Arial"/>
                <a:cs typeface="Arial"/>
                <a:sym typeface="Arial"/>
              </a:defRPr>
            </a:lvl9pPr>
          </a:lstStyle>
          <a:p>
            <a:r>
              <a:rPr lang="en-GB"/>
              <a:t>Click to edit Master title style</a:t>
            </a:r>
            <a:endParaRPr/>
          </a:p>
        </p:txBody>
      </p:sp>
    </p:spTree>
    <p:extLst>
      <p:ext uri="{BB962C8B-B14F-4D97-AF65-F5344CB8AC3E}">
        <p14:creationId xmlns:p14="http://schemas.microsoft.com/office/powerpoint/2010/main" val="35077790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1.xml"/><Relationship Id="rId1"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50967" y="593367"/>
            <a:ext cx="10290000" cy="76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1pPr>
            <a:lvl2pPr lvl="1"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2pPr>
            <a:lvl3pPr lvl="2"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3pPr>
            <a:lvl4pPr lvl="3"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4pPr>
            <a:lvl5pPr lvl="4"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5pPr>
            <a:lvl6pPr lvl="5"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6pPr>
            <a:lvl7pPr lvl="6"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7pPr>
            <a:lvl8pPr lvl="7"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8pPr>
            <a:lvl9pPr lvl="8"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9pPr>
          </a:lstStyle>
          <a:p>
            <a:endParaRPr/>
          </a:p>
        </p:txBody>
      </p:sp>
      <p:sp>
        <p:nvSpPr>
          <p:cNvPr id="7" name="Google Shape;7;p1"/>
          <p:cNvSpPr txBox="1">
            <a:spLocks noGrp="1"/>
          </p:cNvSpPr>
          <p:nvPr>
            <p:ph type="body" idx="1"/>
          </p:nvPr>
        </p:nvSpPr>
        <p:spPr>
          <a:xfrm>
            <a:off x="951200" y="1536633"/>
            <a:ext cx="10290000" cy="45552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1pPr>
            <a:lvl2pPr marL="914400" lvl="1"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2pPr>
            <a:lvl3pPr marL="1371600" lvl="2"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3pPr>
            <a:lvl4pPr marL="1828800" lvl="3"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4pPr>
            <a:lvl5pPr marL="2286000" lvl="4"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5pPr>
            <a:lvl6pPr marL="2743200" lvl="5"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6pPr>
            <a:lvl7pPr marL="3200400" lvl="6"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7pPr>
            <a:lvl8pPr marL="3657600" lvl="7"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8pPr>
            <a:lvl9pPr marL="4114800" lvl="8"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9pPr>
          </a:lstStyle>
          <a:p>
            <a:endParaRPr/>
          </a:p>
        </p:txBody>
      </p:sp>
    </p:spTree>
    <p:extLst>
      <p:ext uri="{BB962C8B-B14F-4D97-AF65-F5344CB8AC3E}">
        <p14:creationId xmlns:p14="http://schemas.microsoft.com/office/powerpoint/2010/main" val="4088711154"/>
      </p:ext>
    </p:extLst>
  </p:cSld>
  <p:clrMap bg1="lt1" tx1="dk1" bg2="dk2" tx2="lt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 id="2147483737" r:id="rId17"/>
    <p:sldLayoutId id="2147483738" r:id="rId18"/>
    <p:sldLayoutId id="2147483739" r:id="rId19"/>
    <p:sldLayoutId id="2147483740" r:id="rId20"/>
    <p:sldLayoutId id="2147483741" r:id="rId21"/>
    <p:sldLayoutId id="2147483742" r:id="rId22"/>
    <p:sldLayoutId id="2147483743" r:id="rId23"/>
    <p:sldLayoutId id="2147483744" r:id="rId24"/>
    <p:sldLayoutId id="2147483745" r:id="rId25"/>
    <p:sldLayoutId id="2147483746" r:id="rId26"/>
    <p:sldLayoutId id="2147483747" r:id="rId27"/>
    <p:sldLayoutId id="2147483748" r:id="rId28"/>
    <p:sldLayoutId id="2147483749" r:id="rId29"/>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251"/>
        <p:cNvGrpSpPr/>
        <p:nvPr/>
      </p:nvGrpSpPr>
      <p:grpSpPr>
        <a:xfrm>
          <a:off x="0" y="0"/>
          <a:ext cx="0" cy="0"/>
          <a:chOff x="0" y="0"/>
          <a:chExt cx="0" cy="0"/>
        </a:xfrm>
      </p:grpSpPr>
      <p:sp>
        <p:nvSpPr>
          <p:cNvPr id="252" name="Google Shape;252;p31"/>
          <p:cNvSpPr txBox="1">
            <a:spLocks noGrp="1"/>
          </p:cNvSpPr>
          <p:nvPr>
            <p:ph type="title"/>
          </p:nvPr>
        </p:nvSpPr>
        <p:spPr>
          <a:xfrm>
            <a:off x="1424133" y="1244600"/>
            <a:ext cx="9396400" cy="643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253" name="Google Shape;253;p31"/>
          <p:cNvSpPr txBox="1">
            <a:spLocks noGrp="1"/>
          </p:cNvSpPr>
          <p:nvPr>
            <p:ph type="body" idx="1"/>
          </p:nvPr>
        </p:nvSpPr>
        <p:spPr>
          <a:xfrm>
            <a:off x="1424133" y="2260600"/>
            <a:ext cx="9396400" cy="3336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extLst>
      <p:ext uri="{BB962C8B-B14F-4D97-AF65-F5344CB8AC3E}">
        <p14:creationId xmlns:p14="http://schemas.microsoft.com/office/powerpoint/2010/main" val="2313319636"/>
      </p:ext>
    </p:extLst>
  </p:cSld>
  <p:clrMap bg1="lt1" tx1="dk1" bg2="dk2" tx2="lt2" accent1="accent1" accent2="accent2" accent3="accent3" accent4="accent4" accent5="accent5" accent6="accent6" hlink="hlink" folHlink="folHlink"/>
  <p:sldLayoutIdLst>
    <p:sldLayoutId id="2147483751" r:id="rId1"/>
    <p:sldLayoutId id="2147483752" r:id="rId2"/>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1.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 Id="rId4" Type="http://schemas.openxmlformats.org/officeDocument/2006/relationships/image" Target="../media/image16.gif"/></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3.xml"/><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84"/>
        <p:cNvGrpSpPr/>
        <p:nvPr/>
      </p:nvGrpSpPr>
      <p:grpSpPr>
        <a:xfrm>
          <a:off x="0" y="0"/>
          <a:ext cx="0" cy="0"/>
          <a:chOff x="0" y="0"/>
          <a:chExt cx="0" cy="0"/>
        </a:xfrm>
      </p:grpSpPr>
      <p:sp>
        <p:nvSpPr>
          <p:cNvPr id="285" name="Google Shape;285;p29"/>
          <p:cNvSpPr txBox="1">
            <a:spLocks noGrp="1"/>
          </p:cNvSpPr>
          <p:nvPr>
            <p:ph type="ctrTitle"/>
          </p:nvPr>
        </p:nvSpPr>
        <p:spPr>
          <a:xfrm>
            <a:off x="2122800" y="1260767"/>
            <a:ext cx="7900800" cy="2772400"/>
          </a:xfrm>
          <a:prstGeom prst="rect">
            <a:avLst/>
          </a:prstGeom>
        </p:spPr>
        <p:txBody>
          <a:bodyPr spcFirstLastPara="1" wrap="square" lIns="121900" tIns="121900" rIns="121900" bIns="121900" anchor="ctr" anchorCtr="0">
            <a:noAutofit/>
          </a:bodyPr>
          <a:lstStyle/>
          <a:p>
            <a:pPr algn="ctr"/>
            <a:r>
              <a:rPr lang="en-US" sz="4267" b="1" dirty="0"/>
              <a:t>Effectiveness of Monetary Policy </a:t>
            </a:r>
            <a:r>
              <a:rPr lang="en-US" sz="3600" b="1" dirty="0"/>
              <a:t>Transmission</a:t>
            </a:r>
            <a:r>
              <a:rPr lang="en-US" sz="4267" b="1" dirty="0"/>
              <a:t> in India</a:t>
            </a:r>
            <a:endParaRPr sz="3200" dirty="0">
              <a:solidFill>
                <a:schemeClr val="dk2"/>
              </a:solidFill>
            </a:endParaRPr>
          </a:p>
        </p:txBody>
      </p:sp>
      <p:sp>
        <p:nvSpPr>
          <p:cNvPr id="286" name="Google Shape;286;p29"/>
          <p:cNvSpPr txBox="1">
            <a:spLocks noGrp="1"/>
          </p:cNvSpPr>
          <p:nvPr>
            <p:ph type="subTitle" idx="1"/>
          </p:nvPr>
        </p:nvSpPr>
        <p:spPr>
          <a:xfrm>
            <a:off x="2260072" y="3274022"/>
            <a:ext cx="7923600" cy="900560"/>
          </a:xfrm>
          <a:prstGeom prst="rect">
            <a:avLst/>
          </a:prstGeom>
        </p:spPr>
        <p:txBody>
          <a:bodyPr spcFirstLastPara="1" wrap="square" lIns="121900" tIns="121900" rIns="121900" bIns="121900" anchor="t" anchorCtr="0">
            <a:noAutofit/>
          </a:bodyPr>
          <a:lstStyle/>
          <a:p>
            <a:r>
              <a:rPr lang="en-US" b="1" dirty="0"/>
              <a:t>An Econometric Analysis of Repo Rate, Bank Lending</a:t>
            </a:r>
          </a:p>
          <a:p>
            <a:r>
              <a:rPr lang="en-US" b="1" dirty="0"/>
              <a:t>Rates, and Inflation</a:t>
            </a:r>
          </a:p>
        </p:txBody>
      </p:sp>
      <p:sp>
        <p:nvSpPr>
          <p:cNvPr id="290" name="Google Shape;290;p29"/>
          <p:cNvSpPr/>
          <p:nvPr/>
        </p:nvSpPr>
        <p:spPr>
          <a:xfrm>
            <a:off x="8978133" y="2487367"/>
            <a:ext cx="319200" cy="3192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 name="TextBox 1">
            <a:extLst>
              <a:ext uri="{FF2B5EF4-FFF2-40B4-BE49-F238E27FC236}">
                <a16:creationId xmlns:a16="http://schemas.microsoft.com/office/drawing/2014/main" id="{8F09BC69-E989-495B-AC4F-EE8C0459232C}"/>
              </a:ext>
            </a:extLst>
          </p:cNvPr>
          <p:cNvSpPr txBox="1"/>
          <p:nvPr/>
        </p:nvSpPr>
        <p:spPr>
          <a:xfrm>
            <a:off x="7153835" y="5400091"/>
            <a:ext cx="4105836" cy="1600438"/>
          </a:xfrm>
          <a:prstGeom prst="rect">
            <a:avLst/>
          </a:prstGeom>
          <a:noFill/>
        </p:spPr>
        <p:txBody>
          <a:bodyPr wrap="square" rtlCol="0">
            <a:spAutoFit/>
          </a:bodyPr>
          <a:lstStyle/>
          <a:p>
            <a:r>
              <a:rPr lang="en-IN" sz="2000" b="1" dirty="0">
                <a:solidFill>
                  <a:schemeClr val="dk1"/>
                </a:solidFill>
                <a:latin typeface="Albert Sans Medium"/>
                <a:sym typeface="Albert Sans Medium"/>
              </a:rPr>
              <a:t>Presented By</a:t>
            </a:r>
          </a:p>
          <a:p>
            <a:r>
              <a:rPr lang="en-IN" sz="1600" dirty="0">
                <a:solidFill>
                  <a:schemeClr val="dk1"/>
                </a:solidFill>
                <a:latin typeface="Albert Sans Medium"/>
                <a:sym typeface="Albert Sans Medium"/>
              </a:rPr>
              <a:t>Tushar Dey</a:t>
            </a:r>
          </a:p>
          <a:p>
            <a:r>
              <a:rPr lang="en-IN" sz="1600" dirty="0">
                <a:solidFill>
                  <a:schemeClr val="dk1"/>
                </a:solidFill>
                <a:latin typeface="Albert Sans Medium"/>
                <a:sym typeface="Albert Sans Medium"/>
              </a:rPr>
              <a:t>ST4A2305</a:t>
            </a:r>
          </a:p>
          <a:p>
            <a:r>
              <a:rPr lang="en-IN" sz="1600" dirty="0">
                <a:solidFill>
                  <a:schemeClr val="dk1"/>
                </a:solidFill>
                <a:latin typeface="Albert Sans Medium"/>
                <a:sym typeface="Albert Sans Medium"/>
              </a:rPr>
              <a:t>B.Sc. Applied Statistics and Analytics(Vth Semester)</a:t>
            </a:r>
          </a:p>
          <a:p>
            <a:endParaRPr lang="en-IN" dirty="0"/>
          </a:p>
        </p:txBody>
      </p:sp>
      <p:sp>
        <p:nvSpPr>
          <p:cNvPr id="7" name="TextBox 6">
            <a:extLst>
              <a:ext uri="{FF2B5EF4-FFF2-40B4-BE49-F238E27FC236}">
                <a16:creationId xmlns:a16="http://schemas.microsoft.com/office/drawing/2014/main" id="{AF8FD42B-7097-4DBF-9F3B-69C6743F8975}"/>
              </a:ext>
            </a:extLst>
          </p:cNvPr>
          <p:cNvSpPr txBox="1"/>
          <p:nvPr/>
        </p:nvSpPr>
        <p:spPr>
          <a:xfrm>
            <a:off x="878542" y="209182"/>
            <a:ext cx="10479740" cy="584775"/>
          </a:xfrm>
          <a:prstGeom prst="rect">
            <a:avLst/>
          </a:prstGeom>
          <a:noFill/>
        </p:spPr>
        <p:txBody>
          <a:bodyPr wrap="square">
            <a:spAutoFit/>
          </a:bodyPr>
          <a:lstStyle/>
          <a:p>
            <a:pPr algn="ctr"/>
            <a:r>
              <a:rPr lang="en-US" sz="3200" b="1" dirty="0">
                <a:latin typeface="Poppins" panose="00000500000000000000" pitchFamily="2" charset="0"/>
                <a:cs typeface="Poppins" panose="00000500000000000000" pitchFamily="2" charset="0"/>
              </a:rPr>
              <a:t>DEVI AHILYA VISHWAVIDYALAYA, INDORE</a:t>
            </a:r>
            <a:endParaRPr lang="en-IN" sz="3200" dirty="0">
              <a:latin typeface="Poppins" panose="00000500000000000000" pitchFamily="2" charset="0"/>
              <a:cs typeface="Poppins" panose="00000500000000000000" pitchFamily="2" charset="0"/>
            </a:endParaRPr>
          </a:p>
        </p:txBody>
      </p:sp>
      <p:sp>
        <p:nvSpPr>
          <p:cNvPr id="9" name="TextBox 8">
            <a:extLst>
              <a:ext uri="{FF2B5EF4-FFF2-40B4-BE49-F238E27FC236}">
                <a16:creationId xmlns:a16="http://schemas.microsoft.com/office/drawing/2014/main" id="{9BEDF17B-90B6-4BF7-9E1B-E3CB612DFC0E}"/>
              </a:ext>
            </a:extLst>
          </p:cNvPr>
          <p:cNvSpPr txBox="1"/>
          <p:nvPr/>
        </p:nvSpPr>
        <p:spPr>
          <a:xfrm>
            <a:off x="2260072" y="5387618"/>
            <a:ext cx="4105836" cy="892552"/>
          </a:xfrm>
          <a:prstGeom prst="rect">
            <a:avLst/>
          </a:prstGeom>
          <a:noFill/>
        </p:spPr>
        <p:txBody>
          <a:bodyPr wrap="square" rtlCol="0">
            <a:spAutoFit/>
          </a:bodyPr>
          <a:lstStyle/>
          <a:p>
            <a:r>
              <a:rPr lang="en-IN" sz="2000" b="1" dirty="0">
                <a:solidFill>
                  <a:schemeClr val="dk1"/>
                </a:solidFill>
                <a:latin typeface="Albert Sans Medium"/>
                <a:sym typeface="Albert Sans Medium"/>
              </a:rPr>
              <a:t>Guided By</a:t>
            </a:r>
          </a:p>
          <a:p>
            <a:r>
              <a:rPr lang="en-IN" sz="1600" dirty="0">
                <a:solidFill>
                  <a:schemeClr val="dk1"/>
                </a:solidFill>
                <a:latin typeface="Albert Sans Medium"/>
                <a:sym typeface="Albert Sans Medium"/>
              </a:rPr>
              <a:t>Dr Arpita </a:t>
            </a:r>
            <a:r>
              <a:rPr lang="en-IN" sz="1600" dirty="0" err="1">
                <a:solidFill>
                  <a:schemeClr val="dk1"/>
                </a:solidFill>
                <a:latin typeface="Albert Sans Medium"/>
                <a:sym typeface="Albert Sans Medium"/>
              </a:rPr>
              <a:t>Lakhre</a:t>
            </a:r>
            <a:endParaRPr lang="en-IN" sz="1600" dirty="0">
              <a:solidFill>
                <a:schemeClr val="dk1"/>
              </a:solidFill>
              <a:latin typeface="Albert Sans Medium"/>
              <a:sym typeface="Albert Sans Medium"/>
            </a:endParaRPr>
          </a:p>
          <a:p>
            <a:r>
              <a:rPr lang="en-IN" sz="1600" dirty="0">
                <a:solidFill>
                  <a:schemeClr val="dk1"/>
                </a:solidFill>
                <a:latin typeface="Albert Sans Medium"/>
                <a:sym typeface="Albert Sans Medium"/>
              </a:rPr>
              <a:t>(Assistant Professor )</a:t>
            </a:r>
          </a:p>
        </p:txBody>
      </p:sp>
      <p:pic>
        <p:nvPicPr>
          <p:cNvPr id="1026" name="Picture 2" descr="Devi Ahilya Vishwavidyalaya - Wikipedia">
            <a:extLst>
              <a:ext uri="{FF2B5EF4-FFF2-40B4-BE49-F238E27FC236}">
                <a16:creationId xmlns:a16="http://schemas.microsoft.com/office/drawing/2014/main" id="{494FF1B7-CDA7-48C1-82E3-802F73CA81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947" y="209182"/>
            <a:ext cx="1642240" cy="1642240"/>
          </a:xfrm>
          <a:prstGeom prst="rect">
            <a:avLst/>
          </a:prstGeom>
          <a:noFill/>
          <a:extLst>
            <a:ext uri="{909E8E84-426E-40DD-AFC4-6F175D3DCCD1}">
              <a14:hiddenFill xmlns:a14="http://schemas.microsoft.com/office/drawing/2010/main">
                <a:solidFill>
                  <a:srgbClr val="FFFFFF"/>
                </a:solidFill>
              </a14:hiddenFill>
            </a:ext>
          </a:extLst>
        </p:spPr>
      </p:pic>
      <p:sp>
        <p:nvSpPr>
          <p:cNvPr id="11" name="Google Shape;286;p29">
            <a:extLst>
              <a:ext uri="{FF2B5EF4-FFF2-40B4-BE49-F238E27FC236}">
                <a16:creationId xmlns:a16="http://schemas.microsoft.com/office/drawing/2014/main" id="{7E68A534-67FE-4385-8374-49F065573341}"/>
              </a:ext>
            </a:extLst>
          </p:cNvPr>
          <p:cNvSpPr txBox="1">
            <a:spLocks/>
          </p:cNvSpPr>
          <p:nvPr/>
        </p:nvSpPr>
        <p:spPr>
          <a:xfrm>
            <a:off x="2255570" y="570622"/>
            <a:ext cx="7923600" cy="90056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17500" algn="l" rtl="0" eaLnBrk="1" hangingPunct="1">
              <a:lnSpc>
                <a:spcPct val="115000"/>
              </a:lnSpc>
              <a:spcBef>
                <a:spcPts val="0"/>
              </a:spcBef>
              <a:spcAft>
                <a:spcPts val="0"/>
              </a:spcAft>
              <a:buClr>
                <a:schemeClr val="dk1"/>
              </a:buClr>
              <a:buSzPts val="1400"/>
              <a:buFont typeface="Albert Sans"/>
              <a:buNone/>
              <a:defRPr sz="2133" b="0" i="0" u="none" strike="noStrike" cap="none">
                <a:solidFill>
                  <a:schemeClr val="dk1"/>
                </a:solidFill>
                <a:latin typeface="Albert Sans Medium"/>
                <a:ea typeface="Albert Sans Medium"/>
                <a:cs typeface="Albert Sans Medium"/>
                <a:sym typeface="Albert Sans Medium"/>
              </a:defRPr>
            </a:lvl1pPr>
            <a:lvl2pPr marL="914400" marR="0" lvl="1" indent="-317500" algn="ctr" rtl="0" eaLnBrk="1" hangingPunct="1">
              <a:lnSpc>
                <a:spcPct val="100000"/>
              </a:lnSpc>
              <a:spcBef>
                <a:spcPts val="0"/>
              </a:spcBef>
              <a:spcAft>
                <a:spcPts val="0"/>
              </a:spcAft>
              <a:buClr>
                <a:schemeClr val="dk1"/>
              </a:buClr>
              <a:buSzPts val="1800"/>
              <a:buFont typeface="Albert Sans"/>
              <a:buNone/>
              <a:defRPr sz="2400" b="0" i="0" u="none" strike="noStrike" cap="none">
                <a:solidFill>
                  <a:schemeClr val="dk1"/>
                </a:solidFill>
                <a:latin typeface="Albert Sans"/>
                <a:ea typeface="Albert Sans"/>
                <a:cs typeface="Albert Sans"/>
                <a:sym typeface="Albert Sans"/>
              </a:defRPr>
            </a:lvl2pPr>
            <a:lvl3pPr marL="1371600" marR="0" lvl="2" indent="-317500" algn="ctr" rtl="0" eaLnBrk="1" hangingPunct="1">
              <a:lnSpc>
                <a:spcPct val="100000"/>
              </a:lnSpc>
              <a:spcBef>
                <a:spcPts val="0"/>
              </a:spcBef>
              <a:spcAft>
                <a:spcPts val="0"/>
              </a:spcAft>
              <a:buClr>
                <a:schemeClr val="dk1"/>
              </a:buClr>
              <a:buSzPts val="1800"/>
              <a:buFont typeface="Albert Sans"/>
              <a:buNone/>
              <a:defRPr sz="2400" b="0" i="0" u="none" strike="noStrike" cap="none">
                <a:solidFill>
                  <a:schemeClr val="dk1"/>
                </a:solidFill>
                <a:latin typeface="Albert Sans"/>
                <a:ea typeface="Albert Sans"/>
                <a:cs typeface="Albert Sans"/>
                <a:sym typeface="Albert Sans"/>
              </a:defRPr>
            </a:lvl3pPr>
            <a:lvl4pPr marL="1828800" marR="0" lvl="3" indent="-317500" algn="ctr" rtl="0" eaLnBrk="1" hangingPunct="1">
              <a:lnSpc>
                <a:spcPct val="100000"/>
              </a:lnSpc>
              <a:spcBef>
                <a:spcPts val="0"/>
              </a:spcBef>
              <a:spcAft>
                <a:spcPts val="0"/>
              </a:spcAft>
              <a:buClr>
                <a:schemeClr val="dk1"/>
              </a:buClr>
              <a:buSzPts val="1800"/>
              <a:buFont typeface="Albert Sans"/>
              <a:buNone/>
              <a:defRPr sz="2400" b="0" i="0" u="none" strike="noStrike" cap="none">
                <a:solidFill>
                  <a:schemeClr val="dk1"/>
                </a:solidFill>
                <a:latin typeface="Albert Sans"/>
                <a:ea typeface="Albert Sans"/>
                <a:cs typeface="Albert Sans"/>
                <a:sym typeface="Albert Sans"/>
              </a:defRPr>
            </a:lvl4pPr>
            <a:lvl5pPr marL="2286000" marR="0" lvl="4" indent="-317500" algn="ctr" rtl="0" eaLnBrk="1" hangingPunct="1">
              <a:lnSpc>
                <a:spcPct val="100000"/>
              </a:lnSpc>
              <a:spcBef>
                <a:spcPts val="0"/>
              </a:spcBef>
              <a:spcAft>
                <a:spcPts val="0"/>
              </a:spcAft>
              <a:buClr>
                <a:schemeClr val="dk1"/>
              </a:buClr>
              <a:buSzPts val="1800"/>
              <a:buFont typeface="Albert Sans"/>
              <a:buNone/>
              <a:defRPr sz="2400" b="0" i="0" u="none" strike="noStrike" cap="none">
                <a:solidFill>
                  <a:schemeClr val="dk1"/>
                </a:solidFill>
                <a:latin typeface="Albert Sans"/>
                <a:ea typeface="Albert Sans"/>
                <a:cs typeface="Albert Sans"/>
                <a:sym typeface="Albert Sans"/>
              </a:defRPr>
            </a:lvl5pPr>
            <a:lvl6pPr marL="2743200" marR="0" lvl="5" indent="-317500" algn="ctr" rtl="0" eaLnBrk="1" hangingPunct="1">
              <a:lnSpc>
                <a:spcPct val="100000"/>
              </a:lnSpc>
              <a:spcBef>
                <a:spcPts val="0"/>
              </a:spcBef>
              <a:spcAft>
                <a:spcPts val="0"/>
              </a:spcAft>
              <a:buClr>
                <a:schemeClr val="dk1"/>
              </a:buClr>
              <a:buSzPts val="1800"/>
              <a:buFont typeface="Albert Sans"/>
              <a:buNone/>
              <a:defRPr sz="2400" b="0" i="0" u="none" strike="noStrike" cap="none">
                <a:solidFill>
                  <a:schemeClr val="dk1"/>
                </a:solidFill>
                <a:latin typeface="Albert Sans"/>
                <a:ea typeface="Albert Sans"/>
                <a:cs typeface="Albert Sans"/>
                <a:sym typeface="Albert Sans"/>
              </a:defRPr>
            </a:lvl6pPr>
            <a:lvl7pPr marL="3200400" marR="0" lvl="6" indent="-317500" algn="ctr" rtl="0" eaLnBrk="1" hangingPunct="1">
              <a:lnSpc>
                <a:spcPct val="100000"/>
              </a:lnSpc>
              <a:spcBef>
                <a:spcPts val="0"/>
              </a:spcBef>
              <a:spcAft>
                <a:spcPts val="0"/>
              </a:spcAft>
              <a:buClr>
                <a:schemeClr val="dk1"/>
              </a:buClr>
              <a:buSzPts val="1800"/>
              <a:buFont typeface="Albert Sans"/>
              <a:buNone/>
              <a:defRPr sz="2400" b="0" i="0" u="none" strike="noStrike" cap="none">
                <a:solidFill>
                  <a:schemeClr val="dk1"/>
                </a:solidFill>
                <a:latin typeface="Albert Sans"/>
                <a:ea typeface="Albert Sans"/>
                <a:cs typeface="Albert Sans"/>
                <a:sym typeface="Albert Sans"/>
              </a:defRPr>
            </a:lvl7pPr>
            <a:lvl8pPr marL="3657600" marR="0" lvl="7" indent="-317500" algn="ctr" rtl="0" eaLnBrk="1" hangingPunct="1">
              <a:lnSpc>
                <a:spcPct val="100000"/>
              </a:lnSpc>
              <a:spcBef>
                <a:spcPts val="0"/>
              </a:spcBef>
              <a:spcAft>
                <a:spcPts val="0"/>
              </a:spcAft>
              <a:buClr>
                <a:schemeClr val="dk1"/>
              </a:buClr>
              <a:buSzPts val="1800"/>
              <a:buFont typeface="Albert Sans"/>
              <a:buNone/>
              <a:defRPr sz="2400" b="0" i="0" u="none" strike="noStrike" cap="none">
                <a:solidFill>
                  <a:schemeClr val="dk1"/>
                </a:solidFill>
                <a:latin typeface="Albert Sans"/>
                <a:ea typeface="Albert Sans"/>
                <a:cs typeface="Albert Sans"/>
                <a:sym typeface="Albert Sans"/>
              </a:defRPr>
            </a:lvl8pPr>
            <a:lvl9pPr marL="4114800" marR="0" lvl="8" indent="-317500" algn="ctr" rtl="0" eaLnBrk="1" hangingPunct="1">
              <a:lnSpc>
                <a:spcPct val="100000"/>
              </a:lnSpc>
              <a:spcBef>
                <a:spcPts val="0"/>
              </a:spcBef>
              <a:spcAft>
                <a:spcPts val="0"/>
              </a:spcAft>
              <a:buClr>
                <a:schemeClr val="dk1"/>
              </a:buClr>
              <a:buSzPts val="1800"/>
              <a:buFont typeface="Albert Sans"/>
              <a:buNone/>
              <a:defRPr sz="2400" b="0" i="0" u="none" strike="noStrike" cap="none">
                <a:solidFill>
                  <a:schemeClr val="dk1"/>
                </a:solidFill>
                <a:latin typeface="Albert Sans"/>
                <a:ea typeface="Albert Sans"/>
                <a:cs typeface="Albert Sans"/>
                <a:sym typeface="Albert Sans"/>
              </a:defRPr>
            </a:lvl9pPr>
          </a:lstStyle>
          <a:p>
            <a:pPr algn="ctr"/>
            <a:r>
              <a:rPr lang="en-US" sz="3200" b="1" dirty="0"/>
              <a:t>SCHOOL OF STATISTICS</a:t>
            </a:r>
          </a:p>
          <a:p>
            <a:pPr algn="ctr"/>
            <a:r>
              <a:rPr lang="en-US" b="1" dirty="0"/>
              <a:t>(SESSION- 23-27)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BA9A523-9A4D-49C0-85C3-92FC33F020D1}"/>
              </a:ext>
            </a:extLst>
          </p:cNvPr>
          <p:cNvSpPr>
            <a:spLocks noGrp="1"/>
          </p:cNvSpPr>
          <p:nvPr>
            <p:ph type="title"/>
          </p:nvPr>
        </p:nvSpPr>
        <p:spPr>
          <a:xfrm>
            <a:off x="960001" y="548543"/>
            <a:ext cx="7793600" cy="763600"/>
          </a:xfrm>
        </p:spPr>
        <p:txBody>
          <a:bodyPr/>
          <a:lstStyle/>
          <a:p>
            <a:r>
              <a:rPr lang="en-IN" dirty="0"/>
              <a:t>Introduction	</a:t>
            </a:r>
          </a:p>
        </p:txBody>
      </p:sp>
      <p:sp>
        <p:nvSpPr>
          <p:cNvPr id="7" name="Subtitle 6">
            <a:extLst>
              <a:ext uri="{FF2B5EF4-FFF2-40B4-BE49-F238E27FC236}">
                <a16:creationId xmlns:a16="http://schemas.microsoft.com/office/drawing/2014/main" id="{060BDD3C-D182-4602-A760-F7D704DC2835}"/>
              </a:ext>
            </a:extLst>
          </p:cNvPr>
          <p:cNvSpPr>
            <a:spLocks noGrp="1"/>
          </p:cNvSpPr>
          <p:nvPr>
            <p:ph type="subTitle" idx="1"/>
          </p:nvPr>
        </p:nvSpPr>
        <p:spPr>
          <a:xfrm>
            <a:off x="960001" y="1466850"/>
            <a:ext cx="6507600" cy="4231200"/>
          </a:xfrm>
        </p:spPr>
        <p:txBody>
          <a:bodyPr/>
          <a:lstStyle/>
          <a:p>
            <a:r>
              <a:rPr lang="en-US" sz="1800" dirty="0"/>
              <a:t>Monetary policy plays a central role in macroeconomic stabilization by influencing interest rates, credit conditions, and inflation. </a:t>
            </a:r>
          </a:p>
          <a:p>
            <a:r>
              <a:rPr lang="en-US" sz="1800" dirty="0"/>
              <a:t>In India, the Reserve Bank of India (RBI) conducts monetary policy primarily through changes in the policy repo rate, with the objective of maintaining price stability while supporting economic growth. </a:t>
            </a:r>
          </a:p>
          <a:p>
            <a:r>
              <a:rPr lang="en-US" sz="1800" dirty="0"/>
              <a:t>The effectiveness of monetary policy, however, depends not only on policy decisions but also on the strength and speed with which these decisions are transmitted to the broader economy.</a:t>
            </a:r>
          </a:p>
          <a:p>
            <a:r>
              <a:rPr lang="en-US" sz="1800" dirty="0"/>
              <a:t> Understanding the monetary policy transmission mechanism is therefore crucial for evaluating the success of interest-rate-based policy frameworks.</a:t>
            </a:r>
            <a:endParaRPr lang="en-IN" sz="1800" dirty="0"/>
          </a:p>
        </p:txBody>
      </p:sp>
      <p:sp>
        <p:nvSpPr>
          <p:cNvPr id="5" name="Slide Number Placeholder 4">
            <a:extLst>
              <a:ext uri="{FF2B5EF4-FFF2-40B4-BE49-F238E27FC236}">
                <a16:creationId xmlns:a16="http://schemas.microsoft.com/office/drawing/2014/main" id="{1524C283-27C9-4A44-95F4-8212D78E8CE2}"/>
              </a:ext>
            </a:extLst>
          </p:cNvPr>
          <p:cNvSpPr>
            <a:spLocks noGrp="1"/>
          </p:cNvSpPr>
          <p:nvPr>
            <p:ph type="sldNum" idx="4294967295"/>
          </p:nvPr>
        </p:nvSpPr>
        <p:spPr>
          <a:xfrm>
            <a:off x="0" y="6137275"/>
            <a:ext cx="730250" cy="444500"/>
          </a:xfrm>
          <a:prstGeom prst="rect">
            <a:avLst/>
          </a:prstGeom>
        </p:spPr>
        <p:txBody>
          <a:bodyPr/>
          <a:lstStyle/>
          <a:p>
            <a:fld id="{00000000-1234-1234-1234-123412341234}" type="slidenum">
              <a:rPr lang="en" smtClean="0"/>
              <a:pPr/>
              <a:t>2</a:t>
            </a:fld>
            <a:endParaRPr lang="en"/>
          </a:p>
        </p:txBody>
      </p:sp>
      <p:pic>
        <p:nvPicPr>
          <p:cNvPr id="10" name="Picture 9">
            <a:extLst>
              <a:ext uri="{FF2B5EF4-FFF2-40B4-BE49-F238E27FC236}">
                <a16:creationId xmlns:a16="http://schemas.microsoft.com/office/drawing/2014/main" id="{9D00DF04-5E4F-44F8-AB60-3CF5B32CB02A}"/>
              </a:ext>
            </a:extLst>
          </p:cNvPr>
          <p:cNvPicPr>
            <a:picLocks noChangeAspect="1"/>
          </p:cNvPicPr>
          <p:nvPr/>
        </p:nvPicPr>
        <p:blipFill rotWithShape="1">
          <a:blip r:embed="rId2"/>
          <a:srcRect t="-1" b="17673"/>
          <a:stretch/>
        </p:blipFill>
        <p:spPr>
          <a:xfrm>
            <a:off x="7953375" y="1466850"/>
            <a:ext cx="3848100" cy="3168000"/>
          </a:xfrm>
          <a:prstGeom prst="rect">
            <a:avLst/>
          </a:prstGeom>
        </p:spPr>
      </p:pic>
    </p:spTree>
    <p:extLst>
      <p:ext uri="{BB962C8B-B14F-4D97-AF65-F5344CB8AC3E}">
        <p14:creationId xmlns:p14="http://schemas.microsoft.com/office/powerpoint/2010/main" val="34686812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795A5F-73CC-4B72-AB84-9BD5503D5596}"/>
              </a:ext>
            </a:extLst>
          </p:cNvPr>
          <p:cNvSpPr>
            <a:spLocks noGrp="1"/>
          </p:cNvSpPr>
          <p:nvPr>
            <p:ph type="title"/>
          </p:nvPr>
        </p:nvSpPr>
        <p:spPr/>
        <p:txBody>
          <a:bodyPr/>
          <a:lstStyle/>
          <a:p>
            <a:r>
              <a:rPr lang="en-IN" dirty="0"/>
              <a:t>Variable Definition</a:t>
            </a:r>
          </a:p>
        </p:txBody>
      </p:sp>
      <p:sp>
        <p:nvSpPr>
          <p:cNvPr id="4" name="Text Placeholder 3">
            <a:extLst>
              <a:ext uri="{FF2B5EF4-FFF2-40B4-BE49-F238E27FC236}">
                <a16:creationId xmlns:a16="http://schemas.microsoft.com/office/drawing/2014/main" id="{25560A75-D7E5-4525-B2A7-D13F24234C26}"/>
              </a:ext>
            </a:extLst>
          </p:cNvPr>
          <p:cNvSpPr>
            <a:spLocks noGrp="1"/>
          </p:cNvSpPr>
          <p:nvPr>
            <p:ph type="body" idx="1"/>
          </p:nvPr>
        </p:nvSpPr>
        <p:spPr>
          <a:xfrm>
            <a:off x="960000" y="1591667"/>
            <a:ext cx="5259825" cy="4418608"/>
          </a:xfrm>
        </p:spPr>
        <p:txBody>
          <a:bodyPr/>
          <a:lstStyle/>
          <a:p>
            <a:pPr marL="237061" indent="0">
              <a:buNone/>
            </a:pPr>
            <a:r>
              <a:rPr lang="en-US" sz="1800" dirty="0"/>
              <a:t>The key variables used in the analysis are defined as follows: </a:t>
            </a:r>
          </a:p>
          <a:p>
            <a:r>
              <a:rPr lang="en-US" sz="1800" b="1" dirty="0"/>
              <a:t>Repo Rate (Repoₜ): </a:t>
            </a:r>
            <a:r>
              <a:rPr lang="en-US" sz="1800" dirty="0"/>
              <a:t>The policy interest rate set by the RBI, representing the stance of monetary policy.  </a:t>
            </a:r>
          </a:p>
          <a:p>
            <a:r>
              <a:rPr lang="en-US" sz="1800" b="1" dirty="0"/>
              <a:t>Weighted Average Lending Rate (WALRₜ): </a:t>
            </a:r>
            <a:r>
              <a:rPr lang="en-US" sz="1800" dirty="0"/>
              <a:t>The average interest rate charged by banks on loans, serving as a measure of borrowing costs. </a:t>
            </a:r>
          </a:p>
          <a:p>
            <a:r>
              <a:rPr lang="en-US" sz="1800" b="1" dirty="0"/>
              <a:t>Inflation (CPIₜ): </a:t>
            </a:r>
            <a:r>
              <a:rPr lang="en-US" sz="1800" dirty="0"/>
              <a:t>Monthly percentage change in the Consumer Price Index, representing price-level movements. To capture delayed transmission effects, one-period lagged variables for the repo rate and WALR are constructed. </a:t>
            </a:r>
            <a:endParaRPr lang="en-IN" sz="1800" dirty="0"/>
          </a:p>
        </p:txBody>
      </p:sp>
      <p:sp>
        <p:nvSpPr>
          <p:cNvPr id="2" name="Slide Number Placeholder 1">
            <a:extLst>
              <a:ext uri="{FF2B5EF4-FFF2-40B4-BE49-F238E27FC236}">
                <a16:creationId xmlns:a16="http://schemas.microsoft.com/office/drawing/2014/main" id="{218D9C78-3146-4DBD-85BB-C4B7DA6631DF}"/>
              </a:ext>
            </a:extLst>
          </p:cNvPr>
          <p:cNvSpPr>
            <a:spLocks noGrp="1"/>
          </p:cNvSpPr>
          <p:nvPr>
            <p:ph type="sldNum" idx="4294967295"/>
          </p:nvPr>
        </p:nvSpPr>
        <p:spPr>
          <a:xfrm>
            <a:off x="0" y="6137275"/>
            <a:ext cx="730250" cy="444500"/>
          </a:xfrm>
          <a:prstGeom prst="rect">
            <a:avLst/>
          </a:prstGeom>
        </p:spPr>
        <p:txBody>
          <a:bodyPr/>
          <a:lstStyle/>
          <a:p>
            <a:fld id="{00000000-1234-1234-1234-123412341234}" type="slidenum">
              <a:rPr lang="en" smtClean="0"/>
              <a:pPr/>
              <a:t>3</a:t>
            </a:fld>
            <a:endParaRPr lang="en"/>
          </a:p>
        </p:txBody>
      </p:sp>
      <p:pic>
        <p:nvPicPr>
          <p:cNvPr id="3074" name="Picture 2" descr="RBI's rate cut – Good or Bad for you? | Scripbox">
            <a:extLst>
              <a:ext uri="{FF2B5EF4-FFF2-40B4-BE49-F238E27FC236}">
                <a16:creationId xmlns:a16="http://schemas.microsoft.com/office/drawing/2014/main" id="{73F2670E-870B-48BD-9C87-5A756B97E8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10375" y="2314574"/>
            <a:ext cx="5153025" cy="25765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47305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F122EF7-65AA-46BF-AFCB-A05CED8996CF}"/>
              </a:ext>
            </a:extLst>
          </p:cNvPr>
          <p:cNvSpPr>
            <a:spLocks noGrp="1"/>
          </p:cNvSpPr>
          <p:nvPr>
            <p:ph type="title"/>
          </p:nvPr>
        </p:nvSpPr>
        <p:spPr/>
        <p:txBody>
          <a:bodyPr/>
          <a:lstStyle/>
          <a:p>
            <a:r>
              <a:rPr lang="en-IN" dirty="0"/>
              <a:t>PROBLEM STATEMENT</a:t>
            </a:r>
          </a:p>
        </p:txBody>
      </p:sp>
      <p:sp>
        <p:nvSpPr>
          <p:cNvPr id="6" name="Text Placeholder 5">
            <a:extLst>
              <a:ext uri="{FF2B5EF4-FFF2-40B4-BE49-F238E27FC236}">
                <a16:creationId xmlns:a16="http://schemas.microsoft.com/office/drawing/2014/main" id="{D7BA301E-A136-4A3E-8031-1049596A927E}"/>
              </a:ext>
            </a:extLst>
          </p:cNvPr>
          <p:cNvSpPr>
            <a:spLocks noGrp="1"/>
          </p:cNvSpPr>
          <p:nvPr>
            <p:ph type="body" idx="1"/>
          </p:nvPr>
        </p:nvSpPr>
        <p:spPr>
          <a:xfrm>
            <a:off x="960000" y="1621000"/>
            <a:ext cx="8965050" cy="4310800"/>
          </a:xfrm>
        </p:spPr>
        <p:txBody>
          <a:bodyPr/>
          <a:lstStyle/>
          <a:p>
            <a:pPr marL="237061" indent="0">
              <a:buNone/>
            </a:pPr>
            <a:r>
              <a:rPr lang="en-US" sz="1800" dirty="0"/>
              <a:t>This study is guided by the following research questions: </a:t>
            </a:r>
          </a:p>
          <a:p>
            <a:pPr marL="237061" indent="0">
              <a:buNone/>
            </a:pPr>
            <a:r>
              <a:rPr lang="en-US" sz="1800" dirty="0"/>
              <a:t>(1) </a:t>
            </a:r>
            <a:r>
              <a:rPr lang="en-US" sz="1800" i="1" dirty="0"/>
              <a:t>Does a change in the Reserve Bank of India’s policy repo rate lead to a statistically </a:t>
            </a:r>
          </a:p>
          <a:p>
            <a:pPr marL="237061" indent="0">
              <a:buNone/>
            </a:pPr>
            <a:r>
              <a:rPr lang="en-US" sz="1800" i="1" dirty="0"/>
              <a:t>significant change in bank lending rates, as measured by the weighted average lending rate </a:t>
            </a:r>
          </a:p>
          <a:p>
            <a:pPr marL="237061" indent="0">
              <a:buNone/>
            </a:pPr>
            <a:r>
              <a:rPr lang="en-US" sz="1800" i="1" dirty="0"/>
              <a:t>(WALR)? </a:t>
            </a:r>
          </a:p>
          <a:p>
            <a:pPr marL="237061" indent="0">
              <a:buNone/>
            </a:pPr>
            <a:r>
              <a:rPr lang="en-US" sz="1800" dirty="0"/>
              <a:t>(2) </a:t>
            </a:r>
            <a:r>
              <a:rPr lang="en-US" sz="1800" i="1" dirty="0"/>
              <a:t>Is the transmission from the repo rate to lending rates immediate, or does it occur with a </a:t>
            </a:r>
          </a:p>
          <a:p>
            <a:pPr marL="237061" indent="0">
              <a:buNone/>
            </a:pPr>
            <a:r>
              <a:rPr lang="en-US" sz="1800" i="1" dirty="0"/>
              <a:t>time lag? </a:t>
            </a:r>
          </a:p>
          <a:p>
            <a:pPr marL="237061" indent="0">
              <a:buNone/>
            </a:pPr>
            <a:r>
              <a:rPr lang="en-US" sz="1800" dirty="0"/>
              <a:t>(3) </a:t>
            </a:r>
            <a:r>
              <a:rPr lang="en-US" sz="1800" i="1" dirty="0"/>
              <a:t>Do changes in bank lending rates have a significant impact on consumer price inflation </a:t>
            </a:r>
          </a:p>
          <a:p>
            <a:pPr marL="237061" indent="0">
              <a:buNone/>
            </a:pPr>
            <a:r>
              <a:rPr lang="en-US" sz="1800" i="1" dirty="0"/>
              <a:t>with a lag? </a:t>
            </a:r>
          </a:p>
          <a:p>
            <a:pPr marL="237061" indent="0">
              <a:buNone/>
            </a:pPr>
            <a:r>
              <a:rPr lang="en-US" sz="1800" dirty="0"/>
              <a:t>(4) To what extent can simple econometric models be used to forecast lending rates and </a:t>
            </a:r>
          </a:p>
          <a:p>
            <a:pPr marL="237061" indent="0">
              <a:buNone/>
            </a:pPr>
            <a:r>
              <a:rPr lang="en-US" sz="1800" dirty="0"/>
              <a:t>inflation under alternative monetary policy scenarios? </a:t>
            </a:r>
          </a:p>
          <a:p>
            <a:pPr marL="237061" indent="0">
              <a:buNone/>
            </a:pPr>
            <a:endParaRPr lang="en-US" sz="1800" dirty="0"/>
          </a:p>
          <a:p>
            <a:pPr marL="237061" indent="0">
              <a:buNone/>
            </a:pPr>
            <a:r>
              <a:rPr lang="en-US" sz="1800" dirty="0"/>
              <a:t>These questions collectively aim to evaluate the effectiveness and dynamics of the interest </a:t>
            </a:r>
          </a:p>
          <a:p>
            <a:pPr marL="237061" indent="0">
              <a:buNone/>
            </a:pPr>
            <a:r>
              <a:rPr lang="en-US" sz="1800" dirty="0"/>
              <a:t>rate channel of monetary policy transmission in India.</a:t>
            </a:r>
            <a:endParaRPr lang="en-IN" sz="1800" dirty="0"/>
          </a:p>
        </p:txBody>
      </p:sp>
      <p:sp>
        <p:nvSpPr>
          <p:cNvPr id="4" name="Slide Number Placeholder 3">
            <a:extLst>
              <a:ext uri="{FF2B5EF4-FFF2-40B4-BE49-F238E27FC236}">
                <a16:creationId xmlns:a16="http://schemas.microsoft.com/office/drawing/2014/main" id="{4B920ED1-5BC8-4E60-9AF7-4A3B8AD0D116}"/>
              </a:ext>
            </a:extLst>
          </p:cNvPr>
          <p:cNvSpPr>
            <a:spLocks noGrp="1"/>
          </p:cNvSpPr>
          <p:nvPr>
            <p:ph type="sldNum" idx="4294967295"/>
          </p:nvPr>
        </p:nvSpPr>
        <p:spPr>
          <a:xfrm>
            <a:off x="0" y="6137275"/>
            <a:ext cx="730250" cy="444500"/>
          </a:xfrm>
          <a:prstGeom prst="rect">
            <a:avLst/>
          </a:prstGeom>
        </p:spPr>
        <p:txBody>
          <a:bodyPr/>
          <a:lstStyle/>
          <a:p>
            <a:fld id="{00000000-1234-1234-1234-123412341234}" type="slidenum">
              <a:rPr lang="en" smtClean="0"/>
              <a:pPr/>
              <a:t>4</a:t>
            </a:fld>
            <a:endParaRPr lang="en"/>
          </a:p>
        </p:txBody>
      </p:sp>
    </p:spTree>
    <p:extLst>
      <p:ext uri="{BB962C8B-B14F-4D97-AF65-F5344CB8AC3E}">
        <p14:creationId xmlns:p14="http://schemas.microsoft.com/office/powerpoint/2010/main" val="3782994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857"/>
        <p:cNvGrpSpPr/>
        <p:nvPr/>
      </p:nvGrpSpPr>
      <p:grpSpPr>
        <a:xfrm>
          <a:off x="0" y="0"/>
          <a:ext cx="0" cy="0"/>
          <a:chOff x="0" y="0"/>
          <a:chExt cx="0" cy="0"/>
        </a:xfrm>
      </p:grpSpPr>
      <p:sp>
        <p:nvSpPr>
          <p:cNvPr id="2" name="Title 1">
            <a:extLst>
              <a:ext uri="{FF2B5EF4-FFF2-40B4-BE49-F238E27FC236}">
                <a16:creationId xmlns:a16="http://schemas.microsoft.com/office/drawing/2014/main" id="{018AE3D2-EB4B-404D-8EB2-985DEABF2D8D}"/>
              </a:ext>
            </a:extLst>
          </p:cNvPr>
          <p:cNvSpPr>
            <a:spLocks noGrp="1"/>
          </p:cNvSpPr>
          <p:nvPr>
            <p:ph type="title"/>
          </p:nvPr>
        </p:nvSpPr>
        <p:spPr/>
        <p:txBody>
          <a:bodyPr/>
          <a:lstStyle/>
          <a:p>
            <a:r>
              <a:rPr lang="en-IN" dirty="0"/>
              <a:t>METHODOLOGY</a:t>
            </a:r>
          </a:p>
        </p:txBody>
      </p:sp>
      <p:sp>
        <p:nvSpPr>
          <p:cNvPr id="3" name="Subtitle 2">
            <a:extLst>
              <a:ext uri="{FF2B5EF4-FFF2-40B4-BE49-F238E27FC236}">
                <a16:creationId xmlns:a16="http://schemas.microsoft.com/office/drawing/2014/main" id="{383193F0-D2A6-4D5E-BFCA-F81E2773B897}"/>
              </a:ext>
            </a:extLst>
          </p:cNvPr>
          <p:cNvSpPr>
            <a:spLocks noGrp="1"/>
          </p:cNvSpPr>
          <p:nvPr>
            <p:ph type="subTitle" idx="1"/>
          </p:nvPr>
        </p:nvSpPr>
        <p:spPr/>
        <p:txBody>
          <a:bodyPr/>
          <a:lstStyle/>
          <a:p>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E93C8C6-5EB2-4AC9-950E-30D280D58ECD}"/>
              </a:ext>
            </a:extLst>
          </p:cNvPr>
          <p:cNvSpPr>
            <a:spLocks noGrp="1"/>
          </p:cNvSpPr>
          <p:nvPr>
            <p:ph type="title"/>
          </p:nvPr>
        </p:nvSpPr>
        <p:spPr/>
        <p:txBody>
          <a:bodyPr/>
          <a:lstStyle/>
          <a:p>
            <a:r>
              <a:rPr lang="en-IN" dirty="0"/>
              <a:t>Data and Sources</a:t>
            </a:r>
          </a:p>
        </p:txBody>
      </p:sp>
      <p:sp>
        <p:nvSpPr>
          <p:cNvPr id="4" name="Text Placeholder 3">
            <a:extLst>
              <a:ext uri="{FF2B5EF4-FFF2-40B4-BE49-F238E27FC236}">
                <a16:creationId xmlns:a16="http://schemas.microsoft.com/office/drawing/2014/main" id="{091970DA-F08A-40E8-B1D8-388212F46E8B}"/>
              </a:ext>
            </a:extLst>
          </p:cNvPr>
          <p:cNvSpPr>
            <a:spLocks noGrp="1"/>
          </p:cNvSpPr>
          <p:nvPr>
            <p:ph type="body" idx="1"/>
          </p:nvPr>
        </p:nvSpPr>
        <p:spPr>
          <a:xfrm>
            <a:off x="960001" y="1621000"/>
            <a:ext cx="9017718" cy="4310800"/>
          </a:xfrm>
        </p:spPr>
        <p:txBody>
          <a:bodyPr/>
          <a:lstStyle/>
          <a:p>
            <a:pPr marL="237061" indent="0">
              <a:buNone/>
            </a:pPr>
            <a:r>
              <a:rPr lang="en-US" sz="1800" b="1" dirty="0"/>
              <a:t>Raw Data</a:t>
            </a:r>
          </a:p>
          <a:p>
            <a:r>
              <a:rPr lang="en-US" sz="1800" dirty="0"/>
              <a:t>The study employs monthly time-series data to examine the interest rate channel of monetary policy transmission in India.</a:t>
            </a:r>
          </a:p>
          <a:p>
            <a:r>
              <a:rPr lang="en-US" sz="1800" dirty="0"/>
              <a:t>Data on the policy repo rate and the weighted average lending rate (WALR) are sourced from the Reserve Bank of India (RBI), while data on Consumer Price Index (CPI)–based inflation (Base 2012=100) are obtained from the Ministry of Statistics and </a:t>
            </a:r>
            <a:r>
              <a:rPr lang="en-US" sz="1800" dirty="0" err="1"/>
              <a:t>Programme</a:t>
            </a:r>
            <a:r>
              <a:rPr lang="en-US" sz="1800" dirty="0"/>
              <a:t> Implementation (</a:t>
            </a:r>
            <a:r>
              <a:rPr lang="en-US" sz="1800" dirty="0" err="1"/>
              <a:t>MoSPI</a:t>
            </a:r>
            <a:r>
              <a:rPr lang="en-US" sz="1800" dirty="0"/>
              <a:t>). </a:t>
            </a:r>
          </a:p>
          <a:p>
            <a:r>
              <a:rPr lang="en-US" sz="1800" dirty="0"/>
              <a:t>The sample period begins in January 2014 and extends to the most recent available month, ensuring that the analysis captures contemporary monetary policy dynamics in the post-inflation-targeting period.</a:t>
            </a:r>
          </a:p>
          <a:p>
            <a:pPr marL="237061" indent="0">
              <a:buNone/>
            </a:pPr>
            <a:r>
              <a:rPr lang="en-US" sz="1800" b="1" dirty="0"/>
              <a:t>Data cleaning</a:t>
            </a:r>
          </a:p>
          <a:p>
            <a:r>
              <a:rPr lang="en-US" sz="1800" dirty="0"/>
              <a:t>Removal of blank and inconsistent entries.</a:t>
            </a:r>
          </a:p>
          <a:p>
            <a:r>
              <a:rPr lang="en-US" sz="1800" dirty="0"/>
              <a:t>Conversion of interest rates into consistent units (percent per annum)</a:t>
            </a:r>
          </a:p>
        </p:txBody>
      </p:sp>
      <p:sp>
        <p:nvSpPr>
          <p:cNvPr id="2" name="Slide Number Placeholder 1">
            <a:extLst>
              <a:ext uri="{FF2B5EF4-FFF2-40B4-BE49-F238E27FC236}">
                <a16:creationId xmlns:a16="http://schemas.microsoft.com/office/drawing/2014/main" id="{55924F7A-A56F-4E9C-AF15-E8E68532D236}"/>
              </a:ext>
            </a:extLst>
          </p:cNvPr>
          <p:cNvSpPr>
            <a:spLocks noGrp="1"/>
          </p:cNvSpPr>
          <p:nvPr>
            <p:ph type="sldNum" idx="4294967295"/>
          </p:nvPr>
        </p:nvSpPr>
        <p:spPr>
          <a:xfrm>
            <a:off x="0" y="6137275"/>
            <a:ext cx="730250" cy="444500"/>
          </a:xfrm>
          <a:prstGeom prst="rect">
            <a:avLst/>
          </a:prstGeom>
        </p:spPr>
        <p:txBody>
          <a:bodyPr/>
          <a:lstStyle/>
          <a:p>
            <a:fld id="{00000000-1234-1234-1234-123412341234}" type="slidenum">
              <a:rPr lang="en" smtClean="0"/>
              <a:pPr/>
              <a:t>6</a:t>
            </a:fld>
            <a:endParaRPr lang="en"/>
          </a:p>
        </p:txBody>
      </p:sp>
      <p:pic>
        <p:nvPicPr>
          <p:cNvPr id="4099" name="Picture 3" descr="Ministry of Statistics &amp; Programme Implementation has laid out Detailed  Provisions in the the Revised MPLADS Guidelines, 2023 for Effective  Utilization of MPLADS Funds and Improving the Quality of Assets Created -">
            <a:extLst>
              <a:ext uri="{FF2B5EF4-FFF2-40B4-BE49-F238E27FC236}">
                <a16:creationId xmlns:a16="http://schemas.microsoft.com/office/drawing/2014/main" id="{26109D62-AF9A-41B3-97CB-256C57DDF0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41387" y="1819835"/>
            <a:ext cx="1718357" cy="1718357"/>
          </a:xfrm>
          <a:prstGeom prst="rect">
            <a:avLst/>
          </a:prstGeom>
          <a:noFill/>
          <a:extLst>
            <a:ext uri="{909E8E84-426E-40DD-AFC4-6F175D3DCCD1}">
              <a14:hiddenFill xmlns:a14="http://schemas.microsoft.com/office/drawing/2010/main">
                <a:solidFill>
                  <a:srgbClr val="FFFFFF"/>
                </a:solidFill>
              </a14:hiddenFill>
            </a:ext>
          </a:extLst>
        </p:spPr>
      </p:pic>
      <p:sp>
        <p:nvSpPr>
          <p:cNvPr id="8" name="AutoShape 7" descr="Reserve Bank of India - Wikipedia">
            <a:extLst>
              <a:ext uri="{FF2B5EF4-FFF2-40B4-BE49-F238E27FC236}">
                <a16:creationId xmlns:a16="http://schemas.microsoft.com/office/drawing/2014/main" id="{850D43DE-9D74-43FF-BADA-A910E174096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 name="Picture 9">
            <a:extLst>
              <a:ext uri="{FF2B5EF4-FFF2-40B4-BE49-F238E27FC236}">
                <a16:creationId xmlns:a16="http://schemas.microsoft.com/office/drawing/2014/main" id="{BCF5574C-6785-4DD9-9D9B-42F129900C7A}"/>
              </a:ext>
            </a:extLst>
          </p:cNvPr>
          <p:cNvPicPr>
            <a:picLocks noChangeAspect="1"/>
          </p:cNvPicPr>
          <p:nvPr/>
        </p:nvPicPr>
        <p:blipFill>
          <a:blip r:embed="rId3"/>
          <a:stretch>
            <a:fillRect/>
          </a:stretch>
        </p:blipFill>
        <p:spPr>
          <a:xfrm>
            <a:off x="10215282" y="3854824"/>
            <a:ext cx="1757082" cy="1757082"/>
          </a:xfrm>
          <a:prstGeom prst="rect">
            <a:avLst/>
          </a:prstGeom>
        </p:spPr>
      </p:pic>
    </p:spTree>
    <p:extLst>
      <p:ext uri="{BB962C8B-B14F-4D97-AF65-F5344CB8AC3E}">
        <p14:creationId xmlns:p14="http://schemas.microsoft.com/office/powerpoint/2010/main" val="41173003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260376B-B3CD-48BF-8D60-A88FD5044502}"/>
              </a:ext>
            </a:extLst>
          </p:cNvPr>
          <p:cNvSpPr>
            <a:spLocks noGrp="1"/>
          </p:cNvSpPr>
          <p:nvPr>
            <p:ph type="title"/>
          </p:nvPr>
        </p:nvSpPr>
        <p:spPr/>
        <p:txBody>
          <a:bodyPr/>
          <a:lstStyle/>
          <a:p>
            <a:r>
              <a:rPr lang="en-IN" dirty="0"/>
              <a:t>Data and Sources</a:t>
            </a:r>
          </a:p>
        </p:txBody>
      </p:sp>
      <p:sp>
        <p:nvSpPr>
          <p:cNvPr id="4" name="Text Placeholder 3">
            <a:extLst>
              <a:ext uri="{FF2B5EF4-FFF2-40B4-BE49-F238E27FC236}">
                <a16:creationId xmlns:a16="http://schemas.microsoft.com/office/drawing/2014/main" id="{535EC8C4-3B07-44DB-9FE6-5BFFB82D1588}"/>
              </a:ext>
            </a:extLst>
          </p:cNvPr>
          <p:cNvSpPr>
            <a:spLocks noGrp="1"/>
          </p:cNvSpPr>
          <p:nvPr>
            <p:ph type="body" idx="1"/>
          </p:nvPr>
        </p:nvSpPr>
        <p:spPr>
          <a:xfrm>
            <a:off x="960000" y="1621000"/>
            <a:ext cx="10272000" cy="1569875"/>
          </a:xfrm>
        </p:spPr>
        <p:txBody>
          <a:bodyPr/>
          <a:lstStyle/>
          <a:p>
            <a:r>
              <a:rPr lang="en-US" sz="1800" dirty="0"/>
              <a:t>Creation of </a:t>
            </a:r>
            <a:r>
              <a:rPr lang="en-US" sz="1800" b="1" dirty="0"/>
              <a:t>lag variables</a:t>
            </a:r>
            <a:r>
              <a:rPr lang="en-US" sz="1800" dirty="0"/>
              <a:t>:</a:t>
            </a:r>
          </a:p>
          <a:p>
            <a:pPr lvl="1">
              <a:buFont typeface="Arial" panose="020B0604020202020204" pitchFamily="34" charset="0"/>
              <a:buChar char="•"/>
            </a:pPr>
            <a:r>
              <a:rPr lang="en-US" sz="1800" dirty="0"/>
              <a:t>Lagged Repo Rate</a:t>
            </a:r>
          </a:p>
          <a:p>
            <a:pPr lvl="1">
              <a:buFont typeface="Arial" panose="020B0604020202020204" pitchFamily="34" charset="0"/>
              <a:buChar char="•"/>
            </a:pPr>
            <a:r>
              <a:rPr lang="en-US" sz="1800" dirty="0"/>
              <a:t>Lagged WALR</a:t>
            </a:r>
          </a:p>
          <a:p>
            <a:r>
              <a:rPr lang="en-US" sz="1800" dirty="0"/>
              <a:t>Dataset structured to enable regression and forecasting in Excel.</a:t>
            </a:r>
            <a:endParaRPr lang="en-IN" sz="1800" dirty="0"/>
          </a:p>
        </p:txBody>
      </p:sp>
      <p:sp>
        <p:nvSpPr>
          <p:cNvPr id="2" name="Slide Number Placeholder 1">
            <a:extLst>
              <a:ext uri="{FF2B5EF4-FFF2-40B4-BE49-F238E27FC236}">
                <a16:creationId xmlns:a16="http://schemas.microsoft.com/office/drawing/2014/main" id="{8B87D11E-6B88-4C54-A44A-3E08D58C88A2}"/>
              </a:ext>
            </a:extLst>
          </p:cNvPr>
          <p:cNvSpPr>
            <a:spLocks noGrp="1"/>
          </p:cNvSpPr>
          <p:nvPr>
            <p:ph type="sldNum" idx="4294967295"/>
          </p:nvPr>
        </p:nvSpPr>
        <p:spPr>
          <a:xfrm>
            <a:off x="0" y="6137275"/>
            <a:ext cx="730250" cy="444500"/>
          </a:xfrm>
          <a:prstGeom prst="rect">
            <a:avLst/>
          </a:prstGeom>
        </p:spPr>
        <p:txBody>
          <a:bodyPr/>
          <a:lstStyle/>
          <a:p>
            <a:fld id="{00000000-1234-1234-1234-123412341234}" type="slidenum">
              <a:rPr lang="en" smtClean="0"/>
              <a:pPr/>
              <a:t>7</a:t>
            </a:fld>
            <a:endParaRPr lang="en"/>
          </a:p>
        </p:txBody>
      </p:sp>
      <p:pic>
        <p:nvPicPr>
          <p:cNvPr id="6" name="Picture 5">
            <a:extLst>
              <a:ext uri="{FF2B5EF4-FFF2-40B4-BE49-F238E27FC236}">
                <a16:creationId xmlns:a16="http://schemas.microsoft.com/office/drawing/2014/main" id="{CE08D0D5-7AA2-45DE-B927-0CC7DBC59D2B}"/>
              </a:ext>
            </a:extLst>
          </p:cNvPr>
          <p:cNvPicPr>
            <a:picLocks noChangeAspect="1"/>
          </p:cNvPicPr>
          <p:nvPr/>
        </p:nvPicPr>
        <p:blipFill>
          <a:blip r:embed="rId2"/>
          <a:stretch>
            <a:fillRect/>
          </a:stretch>
        </p:blipFill>
        <p:spPr>
          <a:xfrm>
            <a:off x="389728" y="3188839"/>
            <a:ext cx="11412543" cy="1992761"/>
          </a:xfrm>
          <a:prstGeom prst="rect">
            <a:avLst/>
          </a:prstGeom>
        </p:spPr>
      </p:pic>
    </p:spTree>
    <p:extLst>
      <p:ext uri="{BB962C8B-B14F-4D97-AF65-F5344CB8AC3E}">
        <p14:creationId xmlns:p14="http://schemas.microsoft.com/office/powerpoint/2010/main" val="6325914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D22EF7BD-8EB1-4CB0-87D2-2337A75EEE4A}"/>
              </a:ext>
            </a:extLst>
          </p:cNvPr>
          <p:cNvSpPr>
            <a:spLocks noGrp="1"/>
          </p:cNvSpPr>
          <p:nvPr>
            <p:ph type="title"/>
          </p:nvPr>
        </p:nvSpPr>
        <p:spPr/>
        <p:txBody>
          <a:bodyPr/>
          <a:lstStyle/>
          <a:p>
            <a:r>
              <a:rPr lang="en-IN" dirty="0"/>
              <a:t>Graphical Representation of data </a:t>
            </a:r>
          </a:p>
        </p:txBody>
      </p:sp>
      <p:pic>
        <p:nvPicPr>
          <p:cNvPr id="24" name="Picture 23">
            <a:extLst>
              <a:ext uri="{FF2B5EF4-FFF2-40B4-BE49-F238E27FC236}">
                <a16:creationId xmlns:a16="http://schemas.microsoft.com/office/drawing/2014/main" id="{42F40715-13AE-40D0-9BCC-CD96B5EDBAF0}"/>
              </a:ext>
            </a:extLst>
          </p:cNvPr>
          <p:cNvPicPr>
            <a:picLocks noChangeAspect="1"/>
          </p:cNvPicPr>
          <p:nvPr/>
        </p:nvPicPr>
        <p:blipFill>
          <a:blip r:embed="rId2"/>
          <a:stretch>
            <a:fillRect/>
          </a:stretch>
        </p:blipFill>
        <p:spPr>
          <a:xfrm>
            <a:off x="311173" y="1223078"/>
            <a:ext cx="6188239" cy="4541946"/>
          </a:xfrm>
          <a:prstGeom prst="rect">
            <a:avLst/>
          </a:prstGeom>
        </p:spPr>
      </p:pic>
      <p:pic>
        <p:nvPicPr>
          <p:cNvPr id="26" name="Picture 25">
            <a:extLst>
              <a:ext uri="{FF2B5EF4-FFF2-40B4-BE49-F238E27FC236}">
                <a16:creationId xmlns:a16="http://schemas.microsoft.com/office/drawing/2014/main" id="{D95D617C-0189-4140-8D78-0CD05B842642}"/>
              </a:ext>
            </a:extLst>
          </p:cNvPr>
          <p:cNvPicPr>
            <a:picLocks noChangeAspect="1"/>
          </p:cNvPicPr>
          <p:nvPr/>
        </p:nvPicPr>
        <p:blipFill>
          <a:blip r:embed="rId3"/>
          <a:stretch>
            <a:fillRect/>
          </a:stretch>
        </p:blipFill>
        <p:spPr>
          <a:xfrm>
            <a:off x="6642847" y="1223078"/>
            <a:ext cx="5237980" cy="2412104"/>
          </a:xfrm>
          <a:prstGeom prst="rect">
            <a:avLst/>
          </a:prstGeom>
        </p:spPr>
      </p:pic>
      <p:pic>
        <p:nvPicPr>
          <p:cNvPr id="28" name="Picture 27">
            <a:extLst>
              <a:ext uri="{FF2B5EF4-FFF2-40B4-BE49-F238E27FC236}">
                <a16:creationId xmlns:a16="http://schemas.microsoft.com/office/drawing/2014/main" id="{9C28A8BE-7C2E-4B6C-8105-B68B52C51165}"/>
              </a:ext>
            </a:extLst>
          </p:cNvPr>
          <p:cNvPicPr>
            <a:picLocks noChangeAspect="1"/>
          </p:cNvPicPr>
          <p:nvPr/>
        </p:nvPicPr>
        <p:blipFill>
          <a:blip r:embed="rId4"/>
          <a:stretch>
            <a:fillRect/>
          </a:stretch>
        </p:blipFill>
        <p:spPr>
          <a:xfrm>
            <a:off x="6642847" y="3751723"/>
            <a:ext cx="4455459" cy="3013160"/>
          </a:xfrm>
          <a:prstGeom prst="rect">
            <a:avLst/>
          </a:prstGeom>
        </p:spPr>
      </p:pic>
    </p:spTree>
    <p:extLst>
      <p:ext uri="{BB962C8B-B14F-4D97-AF65-F5344CB8AC3E}">
        <p14:creationId xmlns:p14="http://schemas.microsoft.com/office/powerpoint/2010/main" val="19383796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54517C-AF72-40CC-BB2D-F45A276E3041}"/>
              </a:ext>
            </a:extLst>
          </p:cNvPr>
          <p:cNvSpPr>
            <a:spLocks noGrp="1"/>
          </p:cNvSpPr>
          <p:nvPr>
            <p:ph type="title"/>
          </p:nvPr>
        </p:nvSpPr>
        <p:spPr/>
        <p:txBody>
          <a:bodyPr/>
          <a:lstStyle/>
          <a:p>
            <a:r>
              <a:rPr lang="en-IN" dirty="0"/>
              <a:t>Econometric Models </a:t>
            </a:r>
          </a:p>
        </p:txBody>
      </p:sp>
      <p:sp>
        <p:nvSpPr>
          <p:cNvPr id="4" name="Text Placeholder 3">
            <a:extLst>
              <a:ext uri="{FF2B5EF4-FFF2-40B4-BE49-F238E27FC236}">
                <a16:creationId xmlns:a16="http://schemas.microsoft.com/office/drawing/2014/main" id="{26B5BC52-120F-45E4-BABD-5E2EDEB68E5A}"/>
              </a:ext>
            </a:extLst>
          </p:cNvPr>
          <p:cNvSpPr>
            <a:spLocks noGrp="1"/>
          </p:cNvSpPr>
          <p:nvPr>
            <p:ph type="body" idx="1"/>
          </p:nvPr>
        </p:nvSpPr>
        <p:spPr>
          <a:xfrm>
            <a:off x="960000" y="1428391"/>
            <a:ext cx="10272000" cy="4310800"/>
          </a:xfrm>
        </p:spPr>
        <p:txBody>
          <a:bodyPr/>
          <a:lstStyle/>
          <a:p>
            <a:r>
              <a:rPr lang="en-US" dirty="0"/>
              <a:t>The empirical strategy involves estimating a sequence of regression models to trace the monetary transmission mechanism. First, a simple linear regression is estimated to examine the contemporaneous impact of the repo rate on WALR:</a:t>
            </a:r>
          </a:p>
          <a:p>
            <a:pPr marL="237061" indent="0">
              <a:buNone/>
            </a:pPr>
            <a:endParaRPr lang="en-US" dirty="0"/>
          </a:p>
          <a:p>
            <a:r>
              <a:rPr lang="en-US" dirty="0"/>
              <a:t>Second, a lagged regression model is estimated to capture delayed transmission from the repo rate to lending rates:</a:t>
            </a:r>
          </a:p>
          <a:p>
            <a:endParaRPr lang="en-US" dirty="0"/>
          </a:p>
          <a:p>
            <a:r>
              <a:rPr lang="en-US" dirty="0"/>
              <a:t>Third, a multivariate regression model incorporating both current and lagged repo rates is estimated to distinguish between immediate and delayed effects:</a:t>
            </a:r>
          </a:p>
          <a:p>
            <a:endParaRPr lang="en-US" dirty="0"/>
          </a:p>
          <a:p>
            <a:r>
              <a:rPr lang="en-US" dirty="0"/>
              <a:t>Finally, the transmission from lending rates to inflation is examined using a lagged regression model:</a:t>
            </a:r>
          </a:p>
          <a:p>
            <a:endParaRPr lang="en-US" dirty="0"/>
          </a:p>
          <a:p>
            <a:endParaRPr lang="en-US" dirty="0"/>
          </a:p>
        </p:txBody>
      </p:sp>
      <p:sp>
        <p:nvSpPr>
          <p:cNvPr id="2" name="Slide Number Placeholder 1">
            <a:extLst>
              <a:ext uri="{FF2B5EF4-FFF2-40B4-BE49-F238E27FC236}">
                <a16:creationId xmlns:a16="http://schemas.microsoft.com/office/drawing/2014/main" id="{8C686075-D881-4C5A-81DA-4B1F45F8EFD7}"/>
              </a:ext>
            </a:extLst>
          </p:cNvPr>
          <p:cNvSpPr>
            <a:spLocks noGrp="1"/>
          </p:cNvSpPr>
          <p:nvPr>
            <p:ph type="sldNum" idx="4294967295"/>
          </p:nvPr>
        </p:nvSpPr>
        <p:spPr>
          <a:xfrm>
            <a:off x="0" y="6137275"/>
            <a:ext cx="730250" cy="444500"/>
          </a:xfrm>
          <a:prstGeom prst="rect">
            <a:avLst/>
          </a:prstGeom>
        </p:spPr>
        <p:txBody>
          <a:bodyPr/>
          <a:lstStyle/>
          <a:p>
            <a:fld id="{00000000-1234-1234-1234-123412341234}" type="slidenum">
              <a:rPr lang="en" smtClean="0"/>
              <a:pPr/>
              <a:t>9</a:t>
            </a:fld>
            <a:endParaRPr lang="en"/>
          </a:p>
        </p:txBody>
      </p:sp>
      <p:pic>
        <p:nvPicPr>
          <p:cNvPr id="6" name="Picture 5">
            <a:extLst>
              <a:ext uri="{FF2B5EF4-FFF2-40B4-BE49-F238E27FC236}">
                <a16:creationId xmlns:a16="http://schemas.microsoft.com/office/drawing/2014/main" id="{7EF4D5D5-2F73-4DEF-9A44-47D9AB04F0D6}"/>
              </a:ext>
            </a:extLst>
          </p:cNvPr>
          <p:cNvPicPr>
            <a:picLocks noChangeAspect="1"/>
          </p:cNvPicPr>
          <p:nvPr/>
        </p:nvPicPr>
        <p:blipFill>
          <a:blip r:embed="rId2"/>
          <a:stretch>
            <a:fillRect/>
          </a:stretch>
        </p:blipFill>
        <p:spPr>
          <a:xfrm>
            <a:off x="4652752" y="2484727"/>
            <a:ext cx="3019846" cy="323895"/>
          </a:xfrm>
          <a:prstGeom prst="rect">
            <a:avLst/>
          </a:prstGeom>
        </p:spPr>
      </p:pic>
      <p:pic>
        <p:nvPicPr>
          <p:cNvPr id="8" name="Picture 7">
            <a:extLst>
              <a:ext uri="{FF2B5EF4-FFF2-40B4-BE49-F238E27FC236}">
                <a16:creationId xmlns:a16="http://schemas.microsoft.com/office/drawing/2014/main" id="{3A6437E3-04D6-49D2-8781-B7F3D20D76B0}"/>
              </a:ext>
            </a:extLst>
          </p:cNvPr>
          <p:cNvPicPr>
            <a:picLocks noChangeAspect="1"/>
          </p:cNvPicPr>
          <p:nvPr/>
        </p:nvPicPr>
        <p:blipFill>
          <a:blip r:embed="rId3"/>
          <a:stretch>
            <a:fillRect/>
          </a:stretch>
        </p:blipFill>
        <p:spPr>
          <a:xfrm>
            <a:off x="4652752" y="3153070"/>
            <a:ext cx="3237006" cy="400079"/>
          </a:xfrm>
          <a:prstGeom prst="rect">
            <a:avLst/>
          </a:prstGeom>
        </p:spPr>
      </p:pic>
      <p:pic>
        <p:nvPicPr>
          <p:cNvPr id="10" name="Picture 9">
            <a:extLst>
              <a:ext uri="{FF2B5EF4-FFF2-40B4-BE49-F238E27FC236}">
                <a16:creationId xmlns:a16="http://schemas.microsoft.com/office/drawing/2014/main" id="{165F6428-51F6-4BBA-962E-D1FF4A2E3B58}"/>
              </a:ext>
            </a:extLst>
          </p:cNvPr>
          <p:cNvPicPr>
            <a:picLocks noChangeAspect="1"/>
          </p:cNvPicPr>
          <p:nvPr/>
        </p:nvPicPr>
        <p:blipFill>
          <a:blip r:embed="rId4"/>
          <a:stretch>
            <a:fillRect/>
          </a:stretch>
        </p:blipFill>
        <p:spPr>
          <a:xfrm>
            <a:off x="4289797" y="4395146"/>
            <a:ext cx="4344006" cy="419158"/>
          </a:xfrm>
          <a:prstGeom prst="rect">
            <a:avLst/>
          </a:prstGeom>
        </p:spPr>
      </p:pic>
      <p:pic>
        <p:nvPicPr>
          <p:cNvPr id="12" name="Picture 11">
            <a:extLst>
              <a:ext uri="{FF2B5EF4-FFF2-40B4-BE49-F238E27FC236}">
                <a16:creationId xmlns:a16="http://schemas.microsoft.com/office/drawing/2014/main" id="{6BBD0C8C-1DFC-41B2-8B06-7A22EB13554B}"/>
              </a:ext>
            </a:extLst>
          </p:cNvPr>
          <p:cNvPicPr>
            <a:picLocks noChangeAspect="1"/>
          </p:cNvPicPr>
          <p:nvPr/>
        </p:nvPicPr>
        <p:blipFill>
          <a:blip r:embed="rId5"/>
          <a:stretch>
            <a:fillRect/>
          </a:stretch>
        </p:blipFill>
        <p:spPr>
          <a:xfrm>
            <a:off x="4394568" y="5234616"/>
            <a:ext cx="3753374" cy="476316"/>
          </a:xfrm>
          <a:prstGeom prst="rect">
            <a:avLst/>
          </a:prstGeom>
        </p:spPr>
      </p:pic>
    </p:spTree>
    <p:extLst>
      <p:ext uri="{BB962C8B-B14F-4D97-AF65-F5344CB8AC3E}">
        <p14:creationId xmlns:p14="http://schemas.microsoft.com/office/powerpoint/2010/main" val="27049121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674065B-E608-4600-A6AB-71B164ACD55F}"/>
              </a:ext>
            </a:extLst>
          </p:cNvPr>
          <p:cNvSpPr>
            <a:spLocks noGrp="1"/>
          </p:cNvSpPr>
          <p:nvPr>
            <p:ph type="title"/>
          </p:nvPr>
        </p:nvSpPr>
        <p:spPr/>
        <p:txBody>
          <a:bodyPr/>
          <a:lstStyle/>
          <a:p>
            <a:r>
              <a:rPr lang="en-IN" dirty="0"/>
              <a:t>Hypothesis Testing</a:t>
            </a:r>
          </a:p>
        </p:txBody>
      </p:sp>
      <p:sp>
        <p:nvSpPr>
          <p:cNvPr id="4" name="Text Placeholder 3">
            <a:extLst>
              <a:ext uri="{FF2B5EF4-FFF2-40B4-BE49-F238E27FC236}">
                <a16:creationId xmlns:a16="http://schemas.microsoft.com/office/drawing/2014/main" id="{9421FACE-6F15-486A-A943-E002036F1649}"/>
              </a:ext>
            </a:extLst>
          </p:cNvPr>
          <p:cNvSpPr>
            <a:spLocks noGrp="1"/>
          </p:cNvSpPr>
          <p:nvPr>
            <p:ph type="body" idx="1"/>
          </p:nvPr>
        </p:nvSpPr>
        <p:spPr>
          <a:xfrm>
            <a:off x="843429" y="1506700"/>
            <a:ext cx="6307575" cy="4310800"/>
          </a:xfrm>
        </p:spPr>
        <p:txBody>
          <a:bodyPr/>
          <a:lstStyle/>
          <a:p>
            <a:pPr marL="237061" indent="0">
              <a:buNone/>
            </a:pPr>
            <a:endParaRPr lang="en-US" sz="1800" dirty="0"/>
          </a:p>
          <a:p>
            <a:r>
              <a:rPr lang="en-US" sz="1800" dirty="0"/>
              <a:t>For each regression model, </a:t>
            </a:r>
            <a:r>
              <a:rPr lang="en-US" sz="1800" b="1" dirty="0"/>
              <a:t>null and alternative hypotheses</a:t>
            </a:r>
            <a:r>
              <a:rPr lang="en-US" sz="1800" dirty="0"/>
              <a:t> are formulated. The statistical significance of coefficients is tested using:</a:t>
            </a:r>
          </a:p>
          <a:p>
            <a:pPr marL="237061" indent="0">
              <a:buNone/>
            </a:pPr>
            <a:r>
              <a:rPr lang="en-US" sz="1800" dirty="0"/>
              <a:t>	</a:t>
            </a:r>
            <a:r>
              <a:rPr lang="en-US" sz="1800" b="1" dirty="0"/>
              <a:t>t-statistics</a:t>
            </a:r>
            <a:r>
              <a:rPr lang="en-US" sz="1800" dirty="0"/>
              <a:t> for individual variables</a:t>
            </a:r>
          </a:p>
          <a:p>
            <a:pPr marL="237061" indent="0">
              <a:buNone/>
            </a:pPr>
            <a:r>
              <a:rPr lang="en-US" sz="1800" dirty="0"/>
              <a:t>	</a:t>
            </a:r>
            <a:r>
              <a:rPr lang="en-US" sz="1800" b="1" dirty="0"/>
              <a:t>F-statistics</a:t>
            </a:r>
            <a:r>
              <a:rPr lang="en-US" sz="1800" dirty="0"/>
              <a:t> for overall model significance</a:t>
            </a:r>
          </a:p>
          <a:p>
            <a:r>
              <a:rPr lang="en-US" sz="1800" dirty="0"/>
              <a:t>A 5% significance level is used as the decision criterion. If the p-value is less than 0.05, the null hypothesis is rejected.</a:t>
            </a:r>
          </a:p>
          <a:p>
            <a:r>
              <a:rPr lang="en-US" sz="1800" dirty="0"/>
              <a:t>The null hypothesis in each case states that the relevant slope coefficient is equal to zero, implying no transmission effect. </a:t>
            </a:r>
          </a:p>
          <a:p>
            <a:r>
              <a:rPr lang="en-US" sz="1800" dirty="0"/>
              <a:t>The alternative hypothesis states that the coefficient is statistically different from zero. </a:t>
            </a:r>
          </a:p>
          <a:p>
            <a:pPr marL="237061" indent="0">
              <a:buNone/>
            </a:pPr>
            <a:endParaRPr lang="en-IN" sz="1800" dirty="0"/>
          </a:p>
        </p:txBody>
      </p:sp>
      <p:sp>
        <p:nvSpPr>
          <p:cNvPr id="2" name="Slide Number Placeholder 1">
            <a:extLst>
              <a:ext uri="{FF2B5EF4-FFF2-40B4-BE49-F238E27FC236}">
                <a16:creationId xmlns:a16="http://schemas.microsoft.com/office/drawing/2014/main" id="{4359BBD2-D8B2-4CCA-87EC-7BE8F16BFE74}"/>
              </a:ext>
            </a:extLst>
          </p:cNvPr>
          <p:cNvSpPr>
            <a:spLocks noGrp="1"/>
          </p:cNvSpPr>
          <p:nvPr>
            <p:ph type="sldNum" idx="4294967295"/>
          </p:nvPr>
        </p:nvSpPr>
        <p:spPr>
          <a:xfrm>
            <a:off x="0" y="6137275"/>
            <a:ext cx="730250" cy="444500"/>
          </a:xfrm>
          <a:prstGeom prst="rect">
            <a:avLst/>
          </a:prstGeom>
        </p:spPr>
        <p:txBody>
          <a:bodyPr/>
          <a:lstStyle/>
          <a:p>
            <a:fld id="{00000000-1234-1234-1234-123412341234}" type="slidenum">
              <a:rPr lang="en" smtClean="0"/>
              <a:pPr/>
              <a:t>10</a:t>
            </a:fld>
            <a:endParaRPr lang="en"/>
          </a:p>
        </p:txBody>
      </p:sp>
      <p:pic>
        <p:nvPicPr>
          <p:cNvPr id="5124" name="Picture 4" descr="What are Type 1 and Type 2 Errors?">
            <a:extLst>
              <a:ext uri="{FF2B5EF4-FFF2-40B4-BE49-F238E27FC236}">
                <a16:creationId xmlns:a16="http://schemas.microsoft.com/office/drawing/2014/main" id="{DE2893B4-D01D-4F6D-A64F-FC5608217B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59075" y="926200"/>
            <a:ext cx="3823375" cy="1805701"/>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Understanding T-statistic in AI Stock Analysis I Analytical Platform">
            <a:extLst>
              <a:ext uri="{FF2B5EF4-FFF2-40B4-BE49-F238E27FC236}">
                <a16:creationId xmlns:a16="http://schemas.microsoft.com/office/drawing/2014/main" id="{1249C798-4E92-44DD-8548-079D191162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86725" y="3064734"/>
            <a:ext cx="1871441" cy="1729050"/>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descr="Everything about F test and F distribution, &amp; Relation between Tests and  its respective distribution | by Abhishek Jain | Medium">
            <a:extLst>
              <a:ext uri="{FF2B5EF4-FFF2-40B4-BE49-F238E27FC236}">
                <a16:creationId xmlns:a16="http://schemas.microsoft.com/office/drawing/2014/main" id="{0D5BDD8B-5F85-4F99-800F-29E2EF351D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58166" y="3064734"/>
            <a:ext cx="1983338" cy="13839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08362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F69E842-2328-4E95-B22D-991695073741}"/>
              </a:ext>
            </a:extLst>
          </p:cNvPr>
          <p:cNvSpPr>
            <a:spLocks noGrp="1"/>
          </p:cNvSpPr>
          <p:nvPr>
            <p:ph type="title"/>
          </p:nvPr>
        </p:nvSpPr>
        <p:spPr/>
        <p:txBody>
          <a:bodyPr/>
          <a:lstStyle/>
          <a:p>
            <a:r>
              <a:rPr lang="en-IN" dirty="0"/>
              <a:t>Ordinary Least Squares (OLS)</a:t>
            </a:r>
          </a:p>
        </p:txBody>
      </p:sp>
      <p:sp>
        <p:nvSpPr>
          <p:cNvPr id="4" name="Text Placeholder 3">
            <a:extLst>
              <a:ext uri="{FF2B5EF4-FFF2-40B4-BE49-F238E27FC236}">
                <a16:creationId xmlns:a16="http://schemas.microsoft.com/office/drawing/2014/main" id="{F90B3F7B-FE29-4F54-BA93-985BBF911F01}"/>
              </a:ext>
            </a:extLst>
          </p:cNvPr>
          <p:cNvSpPr>
            <a:spLocks noGrp="1"/>
          </p:cNvSpPr>
          <p:nvPr>
            <p:ph type="body" idx="1"/>
          </p:nvPr>
        </p:nvSpPr>
        <p:spPr>
          <a:xfrm>
            <a:off x="960000" y="1621000"/>
            <a:ext cx="8155425" cy="4310800"/>
          </a:xfrm>
        </p:spPr>
        <p:txBody>
          <a:bodyPr/>
          <a:lstStyle/>
          <a:p>
            <a:r>
              <a:rPr lang="en-US" sz="1800" dirty="0"/>
              <a:t>Ordinary Least Squares (OLS) is an econometric method used to estimate linear relationships between variables</a:t>
            </a:r>
          </a:p>
          <a:p>
            <a:r>
              <a:rPr lang="en-US" sz="1800" dirty="0"/>
              <a:t>It determines regression coefficients by </a:t>
            </a:r>
            <a:r>
              <a:rPr lang="en-US" sz="1800" b="1" dirty="0"/>
              <a:t>minimizing the sum of squared residuals.</a:t>
            </a:r>
          </a:p>
          <a:p>
            <a:r>
              <a:rPr lang="en-US" sz="1800" dirty="0"/>
              <a:t>Residuals represent the difference between actual and predicted values</a:t>
            </a:r>
          </a:p>
          <a:p>
            <a:endParaRPr lang="en-US" sz="1800" b="1" dirty="0"/>
          </a:p>
          <a:p>
            <a:pPr marL="237061" indent="0">
              <a:buNone/>
            </a:pPr>
            <a:endParaRPr lang="en-IN" sz="1800" dirty="0"/>
          </a:p>
          <a:p>
            <a:pPr marL="0" indent="0" eaLnBrk="0" fontAlgn="base" hangingPunct="0">
              <a:lnSpc>
                <a:spcPct val="100000"/>
              </a:lnSpc>
              <a:spcBef>
                <a:spcPct val="0"/>
              </a:spcBef>
              <a:spcAft>
                <a:spcPct val="0"/>
              </a:spcAft>
              <a:buClrTx/>
              <a:buSzTx/>
              <a:buNone/>
              <a:defRPr/>
            </a:pPr>
            <a:r>
              <a:rPr kumimoji="0" lang="en-US" altLang="en-US" sz="1800" b="0" i="0" u="none" strike="noStrike" kern="1200" cap="none" spc="0" normalizeH="0" baseline="0" noProof="0" dirty="0">
                <a:ln>
                  <a:noFill/>
                </a:ln>
                <a:solidFill>
                  <a:srgbClr val="5C5C5F"/>
                </a:solidFill>
                <a:effectLst/>
                <a:uLnTx/>
                <a:uFillTx/>
                <a:latin typeface="Mulish" panose="020B0604020202020204" charset="0"/>
                <a:ea typeface="+mn-ea"/>
                <a:cs typeface="+mn-cs"/>
              </a:rPr>
              <a:t>	Y: Dependent variable (WALR / Inflation)</a:t>
            </a:r>
          </a:p>
          <a:p>
            <a:pPr marL="0" marR="0" lvl="0" indent="0" algn="l" defTabSz="914400" rtl="0" eaLnBrk="0" fontAlgn="base" latinLnBrk="0" hangingPunct="0">
              <a:lnSpc>
                <a:spcPct val="100000"/>
              </a:lnSpc>
              <a:spcBef>
                <a:spcPct val="0"/>
              </a:spcBef>
              <a:spcAft>
                <a:spcPct val="0"/>
              </a:spcAft>
              <a:buClrTx/>
              <a:buSzTx/>
              <a:buNone/>
              <a:tabLst/>
              <a:defRPr/>
            </a:pPr>
            <a:r>
              <a:rPr kumimoji="0" lang="en-US" altLang="en-US" sz="1800" b="0" i="0" u="none" strike="noStrike" kern="1200" cap="none" spc="0" normalizeH="0" baseline="0" noProof="0" dirty="0">
                <a:ln>
                  <a:noFill/>
                </a:ln>
                <a:solidFill>
                  <a:srgbClr val="5C5C5F"/>
                </a:solidFill>
                <a:effectLst/>
                <a:uLnTx/>
                <a:uFillTx/>
                <a:latin typeface="Mulish" panose="020B0604020202020204" charset="0"/>
                <a:ea typeface="+mn-ea"/>
                <a:cs typeface="+mn-cs"/>
              </a:rPr>
              <a:t>	X: Independent variable (Repo Rate / Lagged WALR)</a:t>
            </a:r>
          </a:p>
          <a:p>
            <a:pPr marL="0" marR="0" lvl="0" indent="0" algn="l" defTabSz="914400" rtl="0" eaLnBrk="0" fontAlgn="base" latinLnBrk="0" hangingPunct="0">
              <a:lnSpc>
                <a:spcPct val="100000"/>
              </a:lnSpc>
              <a:spcBef>
                <a:spcPct val="0"/>
              </a:spcBef>
              <a:spcAft>
                <a:spcPct val="0"/>
              </a:spcAft>
              <a:buClrTx/>
              <a:buSzTx/>
              <a:buNone/>
              <a:tabLst/>
              <a:defRPr/>
            </a:pPr>
            <a:endParaRPr kumimoji="0" lang="en-US" altLang="en-US" sz="1800" b="0" i="0" u="none" strike="noStrike" kern="1200" cap="none" spc="0" normalizeH="0" baseline="0" noProof="0" dirty="0">
              <a:ln>
                <a:noFill/>
              </a:ln>
              <a:solidFill>
                <a:srgbClr val="5C5C5F"/>
              </a:solidFill>
              <a:effectLst/>
              <a:uLnTx/>
              <a:uFillTx/>
              <a:latin typeface="Mulish" panose="020B0604020202020204" charset="0"/>
              <a:ea typeface="+mn-ea"/>
              <a:cs typeface="+mn-cs"/>
            </a:endParaRPr>
          </a:p>
          <a:p>
            <a:pPr marL="895335" lvl="1" indent="-285750" eaLnBrk="0" fontAlgn="base" hangingPunct="0">
              <a:lnSpc>
                <a:spcPct val="100000"/>
              </a:lnSpc>
              <a:spcBef>
                <a:spcPct val="0"/>
              </a:spcBef>
              <a:spcAft>
                <a:spcPct val="0"/>
              </a:spcAft>
              <a:buClrTx/>
              <a:buSzTx/>
              <a:buFont typeface="Arial" panose="020B0604020202020204" pitchFamily="34" charset="0"/>
              <a:buChar char="•"/>
              <a:defRPr/>
            </a:pPr>
            <a:r>
              <a:rPr kumimoji="0" lang="en-US" altLang="en-US" sz="1800" b="0" i="0" u="none" strike="noStrike" kern="1200" cap="none" spc="0" normalizeH="0" baseline="0" noProof="0" dirty="0">
                <a:ln>
                  <a:noFill/>
                </a:ln>
                <a:solidFill>
                  <a:srgbClr val="5C5C5F"/>
                </a:solidFill>
                <a:effectLst/>
                <a:uLnTx/>
                <a:uFillTx/>
                <a:latin typeface="Arial" panose="020B0604020202020204" pitchFamily="34" charset="0"/>
                <a:ea typeface="+mn-ea"/>
                <a:cs typeface="+mn-cs"/>
              </a:rPr>
              <a:t>Provides unbiased and efficient estimates</a:t>
            </a:r>
          </a:p>
          <a:p>
            <a:pPr marL="895335" lvl="1" indent="-285750" eaLnBrk="0" fontAlgn="base" hangingPunct="0">
              <a:lnSpc>
                <a:spcPct val="100000"/>
              </a:lnSpc>
              <a:spcBef>
                <a:spcPct val="0"/>
              </a:spcBef>
              <a:spcAft>
                <a:spcPct val="0"/>
              </a:spcAft>
              <a:buClrTx/>
              <a:buSzTx/>
              <a:buFont typeface="Arial" panose="020B0604020202020204" pitchFamily="34" charset="0"/>
              <a:buChar char="•"/>
              <a:defRPr/>
            </a:pPr>
            <a:r>
              <a:rPr kumimoji="0" lang="en-US" altLang="en-US" sz="1800" b="0" i="0" u="none" strike="noStrike" kern="1200" cap="none" spc="0" normalizeH="0" baseline="0" noProof="0" dirty="0">
                <a:ln>
                  <a:noFill/>
                </a:ln>
                <a:solidFill>
                  <a:srgbClr val="5C5C5F"/>
                </a:solidFill>
                <a:effectLst/>
                <a:uLnTx/>
                <a:uFillTx/>
                <a:latin typeface="Arial" panose="020B0604020202020204" pitchFamily="34" charset="0"/>
                <a:ea typeface="+mn-ea"/>
                <a:cs typeface="+mn-cs"/>
              </a:rPr>
              <a:t>Allows hypothesis testing using t-tests and F-tests</a:t>
            </a:r>
          </a:p>
          <a:p>
            <a:pPr marL="895335" lvl="1" indent="-285750" eaLnBrk="0" fontAlgn="base" hangingPunct="0">
              <a:lnSpc>
                <a:spcPct val="100000"/>
              </a:lnSpc>
              <a:spcBef>
                <a:spcPct val="0"/>
              </a:spcBef>
              <a:spcAft>
                <a:spcPct val="0"/>
              </a:spcAft>
              <a:buClrTx/>
              <a:buSzTx/>
              <a:buFont typeface="Arial" panose="020B0604020202020204" pitchFamily="34" charset="0"/>
              <a:buChar char="•"/>
              <a:defRPr/>
            </a:pPr>
            <a:r>
              <a:rPr kumimoji="0" lang="en-US" altLang="en-US" sz="1800" b="0" i="0" u="none" strike="noStrike" kern="1200" cap="none" spc="0" normalizeH="0" baseline="0" noProof="0" dirty="0">
                <a:ln>
                  <a:noFill/>
                </a:ln>
                <a:solidFill>
                  <a:srgbClr val="5C5C5F"/>
                </a:solidFill>
                <a:effectLst/>
                <a:uLnTx/>
                <a:uFillTx/>
                <a:latin typeface="Arial" panose="020B0604020202020204" pitchFamily="34" charset="0"/>
                <a:ea typeface="+mn-ea"/>
                <a:cs typeface="+mn-cs"/>
              </a:rPr>
              <a:t>Regression analysis, hypothesis testing, and residual diagnostics are implemented using the Data Analysis </a:t>
            </a:r>
            <a:r>
              <a:rPr kumimoji="0" lang="en-US" altLang="en-US" sz="1800" b="0" i="0" u="none" strike="noStrike" kern="1200" cap="none" spc="0" normalizeH="0" baseline="0" noProof="0" dirty="0" err="1">
                <a:ln>
                  <a:noFill/>
                </a:ln>
                <a:solidFill>
                  <a:srgbClr val="5C5C5F"/>
                </a:solidFill>
                <a:effectLst/>
                <a:uLnTx/>
                <a:uFillTx/>
                <a:latin typeface="Arial" panose="020B0604020202020204" pitchFamily="34" charset="0"/>
                <a:ea typeface="+mn-ea"/>
                <a:cs typeface="+mn-cs"/>
              </a:rPr>
              <a:t>ToolPak</a:t>
            </a:r>
            <a:r>
              <a:rPr kumimoji="0" lang="en-US" altLang="en-US" sz="1800" b="0" i="0" u="none" strike="noStrike" kern="1200" cap="none" spc="0" normalizeH="0" baseline="0" noProof="0" dirty="0">
                <a:ln>
                  <a:noFill/>
                </a:ln>
                <a:solidFill>
                  <a:srgbClr val="5C5C5F"/>
                </a:solidFill>
                <a:effectLst/>
                <a:uLnTx/>
                <a:uFillTx/>
                <a:latin typeface="Arial" panose="020B0604020202020204" pitchFamily="34" charset="0"/>
                <a:ea typeface="+mn-ea"/>
                <a:cs typeface="+mn-cs"/>
              </a:rPr>
              <a:t> in Microsoft Excel. </a:t>
            </a:r>
          </a:p>
          <a:p>
            <a:pPr marL="285750" indent="-285750" eaLnBrk="0" fontAlgn="base" hangingPunct="0">
              <a:lnSpc>
                <a:spcPct val="100000"/>
              </a:lnSpc>
              <a:spcBef>
                <a:spcPct val="0"/>
              </a:spcBef>
              <a:spcAft>
                <a:spcPct val="0"/>
              </a:spcAft>
              <a:buClrTx/>
              <a:buSzTx/>
              <a:buFont typeface="Arial" panose="020B0604020202020204" pitchFamily="34" charset="0"/>
              <a:buChar char="•"/>
              <a:defRPr/>
            </a:pPr>
            <a:endParaRPr kumimoji="0" lang="en-US" altLang="en-US" sz="1800" b="0" i="0" u="none" strike="noStrike" kern="1200" cap="none" spc="0" normalizeH="0" baseline="0" noProof="0" dirty="0">
              <a:ln>
                <a:noFill/>
              </a:ln>
              <a:solidFill>
                <a:srgbClr val="5C5C5F"/>
              </a:solidFill>
              <a:effectLst/>
              <a:uLnTx/>
              <a:uFillTx/>
              <a:latin typeface="Mulish" panose="020B0604020202020204" charset="0"/>
              <a:ea typeface="+mn-ea"/>
              <a:cs typeface="+mn-cs"/>
            </a:endParaRPr>
          </a:p>
        </p:txBody>
      </p:sp>
      <p:sp>
        <p:nvSpPr>
          <p:cNvPr id="2" name="Slide Number Placeholder 1">
            <a:extLst>
              <a:ext uri="{FF2B5EF4-FFF2-40B4-BE49-F238E27FC236}">
                <a16:creationId xmlns:a16="http://schemas.microsoft.com/office/drawing/2014/main" id="{443988D5-5396-45F9-87FB-737C7106024A}"/>
              </a:ext>
            </a:extLst>
          </p:cNvPr>
          <p:cNvSpPr>
            <a:spLocks noGrp="1"/>
          </p:cNvSpPr>
          <p:nvPr>
            <p:ph type="sldNum" idx="4294967295"/>
          </p:nvPr>
        </p:nvSpPr>
        <p:spPr>
          <a:xfrm>
            <a:off x="0" y="6137275"/>
            <a:ext cx="730250" cy="444500"/>
          </a:xfrm>
          <a:prstGeom prst="rect">
            <a:avLst/>
          </a:prstGeom>
        </p:spPr>
        <p:txBody>
          <a:bodyPr/>
          <a:lstStyle/>
          <a:p>
            <a:fld id="{00000000-1234-1234-1234-123412341234}" type="slidenum">
              <a:rPr lang="en" smtClean="0"/>
              <a:pPr/>
              <a:t>11</a:t>
            </a:fld>
            <a:endParaRPr lang="en"/>
          </a:p>
        </p:txBody>
      </p:sp>
      <p:pic>
        <p:nvPicPr>
          <p:cNvPr id="6" name="Picture 5">
            <a:extLst>
              <a:ext uri="{FF2B5EF4-FFF2-40B4-BE49-F238E27FC236}">
                <a16:creationId xmlns:a16="http://schemas.microsoft.com/office/drawing/2014/main" id="{A54E3B0D-330D-4CA4-9CCC-70E2EB770C07}"/>
              </a:ext>
            </a:extLst>
          </p:cNvPr>
          <p:cNvPicPr>
            <a:picLocks noChangeAspect="1"/>
          </p:cNvPicPr>
          <p:nvPr/>
        </p:nvPicPr>
        <p:blipFill>
          <a:blip r:embed="rId2"/>
          <a:stretch>
            <a:fillRect/>
          </a:stretch>
        </p:blipFill>
        <p:spPr>
          <a:xfrm>
            <a:off x="2695429" y="3395347"/>
            <a:ext cx="2095792" cy="381053"/>
          </a:xfrm>
          <a:prstGeom prst="rect">
            <a:avLst/>
          </a:prstGeom>
        </p:spPr>
      </p:pic>
      <p:sp>
        <p:nvSpPr>
          <p:cNvPr id="7" name="Rectangle 1">
            <a:extLst>
              <a:ext uri="{FF2B5EF4-FFF2-40B4-BE49-F238E27FC236}">
                <a16:creationId xmlns:a16="http://schemas.microsoft.com/office/drawing/2014/main" id="{CB831139-26BC-4EBD-AC28-1186D9628E16}"/>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 name="Picture 9">
            <a:extLst>
              <a:ext uri="{FF2B5EF4-FFF2-40B4-BE49-F238E27FC236}">
                <a16:creationId xmlns:a16="http://schemas.microsoft.com/office/drawing/2014/main" id="{464B7BB0-9331-4944-B871-432F55C34EA8}"/>
              </a:ext>
            </a:extLst>
          </p:cNvPr>
          <p:cNvPicPr>
            <a:picLocks noChangeAspect="1"/>
          </p:cNvPicPr>
          <p:nvPr/>
        </p:nvPicPr>
        <p:blipFill>
          <a:blip r:embed="rId3"/>
          <a:stretch>
            <a:fillRect/>
          </a:stretch>
        </p:blipFill>
        <p:spPr>
          <a:xfrm>
            <a:off x="8343625" y="2381249"/>
            <a:ext cx="3470578" cy="2657423"/>
          </a:xfrm>
          <a:prstGeom prst="rect">
            <a:avLst/>
          </a:prstGeom>
        </p:spPr>
      </p:pic>
    </p:spTree>
    <p:extLst>
      <p:ext uri="{BB962C8B-B14F-4D97-AF65-F5344CB8AC3E}">
        <p14:creationId xmlns:p14="http://schemas.microsoft.com/office/powerpoint/2010/main" val="42521041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BCC908C-EDCA-4563-A56E-6EE4676B2461}"/>
              </a:ext>
            </a:extLst>
          </p:cNvPr>
          <p:cNvSpPr>
            <a:spLocks noGrp="1"/>
          </p:cNvSpPr>
          <p:nvPr>
            <p:ph type="title"/>
          </p:nvPr>
        </p:nvSpPr>
        <p:spPr/>
        <p:txBody>
          <a:bodyPr/>
          <a:lstStyle/>
          <a:p>
            <a:r>
              <a:rPr lang="en-IN" dirty="0"/>
              <a:t>REGRESSION ANALYSIS</a:t>
            </a:r>
          </a:p>
        </p:txBody>
      </p:sp>
      <p:sp>
        <p:nvSpPr>
          <p:cNvPr id="6" name="Subtitle 5">
            <a:extLst>
              <a:ext uri="{FF2B5EF4-FFF2-40B4-BE49-F238E27FC236}">
                <a16:creationId xmlns:a16="http://schemas.microsoft.com/office/drawing/2014/main" id="{A06CBAA6-C3F3-4BAC-B484-52730E1FFC4E}"/>
              </a:ext>
            </a:extLst>
          </p:cNvPr>
          <p:cNvSpPr>
            <a:spLocks noGrp="1"/>
          </p:cNvSpPr>
          <p:nvPr>
            <p:ph type="subTitle" idx="1"/>
          </p:nvPr>
        </p:nvSpPr>
        <p:spPr/>
        <p:txBody>
          <a:bodyPr/>
          <a:lstStyle/>
          <a:p>
            <a:endParaRPr lang="en-IN" dirty="0"/>
          </a:p>
        </p:txBody>
      </p:sp>
      <p:sp>
        <p:nvSpPr>
          <p:cNvPr id="2" name="Slide Number Placeholder 1">
            <a:extLst>
              <a:ext uri="{FF2B5EF4-FFF2-40B4-BE49-F238E27FC236}">
                <a16:creationId xmlns:a16="http://schemas.microsoft.com/office/drawing/2014/main" id="{EC26DA59-F8D1-4449-AB48-F9DB8F9695A9}"/>
              </a:ext>
            </a:extLst>
          </p:cNvPr>
          <p:cNvSpPr>
            <a:spLocks noGrp="1"/>
          </p:cNvSpPr>
          <p:nvPr>
            <p:ph type="sldNum" idx="4294967295"/>
          </p:nvPr>
        </p:nvSpPr>
        <p:spPr>
          <a:xfrm>
            <a:off x="11460163" y="6332538"/>
            <a:ext cx="731837" cy="525462"/>
          </a:xfrm>
          <a:prstGeom prst="rect">
            <a:avLst/>
          </a:prstGeom>
        </p:spPr>
        <p:txBody>
          <a:bodyPr/>
          <a:lstStyle/>
          <a:p>
            <a:fld id="{00000000-1234-1234-1234-123412341234}" type="slidenum">
              <a:rPr lang="en" smtClean="0"/>
              <a:pPr/>
              <a:t>12</a:t>
            </a:fld>
            <a:endParaRPr lang="en"/>
          </a:p>
        </p:txBody>
      </p:sp>
    </p:spTree>
    <p:extLst>
      <p:ext uri="{BB962C8B-B14F-4D97-AF65-F5344CB8AC3E}">
        <p14:creationId xmlns:p14="http://schemas.microsoft.com/office/powerpoint/2010/main" val="22489687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51A3BAB-1F00-4D69-9A7B-5A5C8CE50725}"/>
              </a:ext>
            </a:extLst>
          </p:cNvPr>
          <p:cNvSpPr>
            <a:spLocks noGrp="1"/>
          </p:cNvSpPr>
          <p:nvPr>
            <p:ph type="title"/>
          </p:nvPr>
        </p:nvSpPr>
        <p:spPr/>
        <p:txBody>
          <a:bodyPr/>
          <a:lstStyle/>
          <a:p>
            <a:r>
              <a:rPr lang="en-IN" dirty="0"/>
              <a:t>MODEL 1 - </a:t>
            </a:r>
            <a:r>
              <a:rPr lang="en-US" dirty="0"/>
              <a:t>Repo Rate and WALR (Contemporaneous Model) </a:t>
            </a:r>
            <a:endParaRPr lang="en-IN" dirty="0"/>
          </a:p>
        </p:txBody>
      </p:sp>
      <p:sp>
        <p:nvSpPr>
          <p:cNvPr id="4" name="Text Placeholder 3">
            <a:extLst>
              <a:ext uri="{FF2B5EF4-FFF2-40B4-BE49-F238E27FC236}">
                <a16:creationId xmlns:a16="http://schemas.microsoft.com/office/drawing/2014/main" id="{68E20095-A146-439A-8651-A8FF0526776B}"/>
              </a:ext>
            </a:extLst>
          </p:cNvPr>
          <p:cNvSpPr>
            <a:spLocks noGrp="1"/>
          </p:cNvSpPr>
          <p:nvPr>
            <p:ph type="body" idx="1"/>
          </p:nvPr>
        </p:nvSpPr>
        <p:spPr/>
        <p:txBody>
          <a:bodyPr/>
          <a:lstStyle/>
          <a:p>
            <a:r>
              <a:rPr lang="en-US" sz="1800" dirty="0"/>
              <a:t>This model examines the immediate or contemporaneous impact of the policy repo rate on bank lending rates. </a:t>
            </a:r>
          </a:p>
          <a:p>
            <a:endParaRPr lang="en-IN" sz="1800" dirty="0"/>
          </a:p>
          <a:p>
            <a:endParaRPr lang="en-US" sz="1800" dirty="0"/>
          </a:p>
          <a:p>
            <a:r>
              <a:rPr lang="en-US" sz="1800" dirty="0"/>
              <a:t>The dependent variable, </a:t>
            </a:r>
            <a:r>
              <a:rPr lang="en-US" sz="1800" b="1" dirty="0"/>
              <a:t>WALR</a:t>
            </a:r>
            <a:r>
              <a:rPr lang="en-US" sz="1800" dirty="0"/>
              <a:t>, represents the average lending rate charged by banks, while the </a:t>
            </a:r>
            <a:r>
              <a:rPr lang="en-US" sz="1800" b="1" dirty="0"/>
              <a:t>repo rate </a:t>
            </a:r>
            <a:r>
              <a:rPr lang="en-US" sz="1800" dirty="0"/>
              <a:t>captures the stance of monetary policy.</a:t>
            </a:r>
            <a:endParaRPr lang="en-IN" sz="1800" dirty="0"/>
          </a:p>
          <a:p>
            <a:r>
              <a:rPr lang="en-US" sz="1800" dirty="0"/>
              <a:t>The coefficient α1 measures the extent of interest rate pass-through from the policy rate to lending rates within the same period.</a:t>
            </a:r>
          </a:p>
          <a:p>
            <a:endParaRPr lang="en-US" sz="1800" dirty="0"/>
          </a:p>
          <a:p>
            <a:pPr marL="237061" indent="0">
              <a:buNone/>
            </a:pPr>
            <a:r>
              <a:rPr lang="en-US" sz="1800" b="1" dirty="0"/>
              <a:t>Null Hypothesis (H₀₂): </a:t>
            </a:r>
            <a:r>
              <a:rPr lang="en-US" sz="1800" dirty="0"/>
              <a:t>The lagged repo rate does not significantly affect the current Weighted Average Lending Rate. </a:t>
            </a:r>
          </a:p>
          <a:p>
            <a:pPr marL="237061" indent="0">
              <a:buNone/>
            </a:pPr>
            <a:endParaRPr lang="en-IN" sz="1800" dirty="0"/>
          </a:p>
          <a:p>
            <a:pPr marL="237061" indent="0">
              <a:buNone/>
            </a:pPr>
            <a:r>
              <a:rPr lang="en-US" sz="1800" b="1" dirty="0"/>
              <a:t>Alternative Hypothesis (H₁₂)</a:t>
            </a:r>
            <a:r>
              <a:rPr lang="en-US" sz="1800" dirty="0"/>
              <a:t>: The lagged repo rate significantly affects the current Weighted Average Lending Rate.</a:t>
            </a:r>
          </a:p>
          <a:p>
            <a:pPr marL="237061" indent="0">
              <a:buNone/>
            </a:pPr>
            <a:endParaRPr lang="en-IN" sz="1800" dirty="0"/>
          </a:p>
          <a:p>
            <a:pPr marL="237061" indent="0">
              <a:buNone/>
            </a:pPr>
            <a:endParaRPr lang="en-IN" sz="1800" dirty="0"/>
          </a:p>
        </p:txBody>
      </p:sp>
      <p:sp>
        <p:nvSpPr>
          <p:cNvPr id="2" name="Slide Number Placeholder 1">
            <a:extLst>
              <a:ext uri="{FF2B5EF4-FFF2-40B4-BE49-F238E27FC236}">
                <a16:creationId xmlns:a16="http://schemas.microsoft.com/office/drawing/2014/main" id="{CEE3CFF2-4354-4E50-ABDE-C4538FF77837}"/>
              </a:ext>
            </a:extLst>
          </p:cNvPr>
          <p:cNvSpPr>
            <a:spLocks noGrp="1"/>
          </p:cNvSpPr>
          <p:nvPr>
            <p:ph type="sldNum" idx="4294967295"/>
          </p:nvPr>
        </p:nvSpPr>
        <p:spPr>
          <a:xfrm>
            <a:off x="0" y="6137275"/>
            <a:ext cx="730250" cy="444500"/>
          </a:xfrm>
          <a:prstGeom prst="rect">
            <a:avLst/>
          </a:prstGeom>
        </p:spPr>
        <p:txBody>
          <a:bodyPr/>
          <a:lstStyle/>
          <a:p>
            <a:fld id="{00000000-1234-1234-1234-123412341234}" type="slidenum">
              <a:rPr lang="en" smtClean="0"/>
              <a:pPr/>
              <a:t>13</a:t>
            </a:fld>
            <a:endParaRPr lang="en"/>
          </a:p>
        </p:txBody>
      </p:sp>
      <p:pic>
        <p:nvPicPr>
          <p:cNvPr id="6" name="Picture 5">
            <a:extLst>
              <a:ext uri="{FF2B5EF4-FFF2-40B4-BE49-F238E27FC236}">
                <a16:creationId xmlns:a16="http://schemas.microsoft.com/office/drawing/2014/main" id="{E3B147B8-8F21-474D-B8BE-3E057698AC5C}"/>
              </a:ext>
            </a:extLst>
          </p:cNvPr>
          <p:cNvPicPr>
            <a:picLocks noChangeAspect="1"/>
          </p:cNvPicPr>
          <p:nvPr/>
        </p:nvPicPr>
        <p:blipFill>
          <a:blip r:embed="rId2"/>
          <a:stretch>
            <a:fillRect/>
          </a:stretch>
        </p:blipFill>
        <p:spPr>
          <a:xfrm>
            <a:off x="4546196" y="2371696"/>
            <a:ext cx="2775757" cy="308418"/>
          </a:xfrm>
          <a:prstGeom prst="rect">
            <a:avLst/>
          </a:prstGeom>
        </p:spPr>
      </p:pic>
      <p:pic>
        <p:nvPicPr>
          <p:cNvPr id="8" name="Picture 7">
            <a:extLst>
              <a:ext uri="{FF2B5EF4-FFF2-40B4-BE49-F238E27FC236}">
                <a16:creationId xmlns:a16="http://schemas.microsoft.com/office/drawing/2014/main" id="{3DCFDB97-378B-4F19-BB0C-E35601297306}"/>
              </a:ext>
            </a:extLst>
          </p:cNvPr>
          <p:cNvPicPr>
            <a:picLocks noChangeAspect="1"/>
          </p:cNvPicPr>
          <p:nvPr/>
        </p:nvPicPr>
        <p:blipFill>
          <a:blip r:embed="rId3"/>
          <a:stretch>
            <a:fillRect/>
          </a:stretch>
        </p:blipFill>
        <p:spPr>
          <a:xfrm>
            <a:off x="5124353" y="4930781"/>
            <a:ext cx="1390844" cy="333422"/>
          </a:xfrm>
          <a:prstGeom prst="rect">
            <a:avLst/>
          </a:prstGeom>
        </p:spPr>
      </p:pic>
      <p:pic>
        <p:nvPicPr>
          <p:cNvPr id="9" name="Picture 8">
            <a:extLst>
              <a:ext uri="{FF2B5EF4-FFF2-40B4-BE49-F238E27FC236}">
                <a16:creationId xmlns:a16="http://schemas.microsoft.com/office/drawing/2014/main" id="{56A0A0FE-70FC-4B7B-9CCC-9E101FF7E1D5}"/>
              </a:ext>
            </a:extLst>
          </p:cNvPr>
          <p:cNvPicPr>
            <a:picLocks noChangeAspect="1"/>
          </p:cNvPicPr>
          <p:nvPr/>
        </p:nvPicPr>
        <p:blipFill>
          <a:blip r:embed="rId4"/>
          <a:stretch>
            <a:fillRect/>
          </a:stretch>
        </p:blipFill>
        <p:spPr>
          <a:xfrm>
            <a:off x="5124353" y="5886277"/>
            <a:ext cx="1390843" cy="379321"/>
          </a:xfrm>
          <a:prstGeom prst="rect">
            <a:avLst/>
          </a:prstGeom>
        </p:spPr>
      </p:pic>
    </p:spTree>
    <p:extLst>
      <p:ext uri="{BB962C8B-B14F-4D97-AF65-F5344CB8AC3E}">
        <p14:creationId xmlns:p14="http://schemas.microsoft.com/office/powerpoint/2010/main" val="17209075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AE2B3DC-5B17-4F49-83E5-196665BDE311}"/>
              </a:ext>
            </a:extLst>
          </p:cNvPr>
          <p:cNvSpPr>
            <a:spLocks noGrp="1"/>
          </p:cNvSpPr>
          <p:nvPr>
            <p:ph type="title"/>
          </p:nvPr>
        </p:nvSpPr>
        <p:spPr/>
        <p:txBody>
          <a:bodyPr/>
          <a:lstStyle/>
          <a:p>
            <a:r>
              <a:rPr lang="en-IN" dirty="0"/>
              <a:t>MODEL 1 - </a:t>
            </a:r>
            <a:r>
              <a:rPr lang="en-US" dirty="0"/>
              <a:t>Repo Rate and WALR (Contemporaneous Model) </a:t>
            </a:r>
            <a:endParaRPr lang="en-IN" dirty="0"/>
          </a:p>
        </p:txBody>
      </p:sp>
      <p:sp>
        <p:nvSpPr>
          <p:cNvPr id="4" name="Text Placeholder 3">
            <a:extLst>
              <a:ext uri="{FF2B5EF4-FFF2-40B4-BE49-F238E27FC236}">
                <a16:creationId xmlns:a16="http://schemas.microsoft.com/office/drawing/2014/main" id="{D2249BC3-8E32-4E4B-A8B2-A69883FBC25F}"/>
              </a:ext>
            </a:extLst>
          </p:cNvPr>
          <p:cNvSpPr>
            <a:spLocks noGrp="1"/>
          </p:cNvSpPr>
          <p:nvPr>
            <p:ph type="body" idx="1"/>
          </p:nvPr>
        </p:nvSpPr>
        <p:spPr/>
        <p:txBody>
          <a:bodyPr/>
          <a:lstStyle/>
          <a:p>
            <a:endParaRPr lang="en-US" dirty="0"/>
          </a:p>
          <a:p>
            <a:endParaRPr lang="en-IN" dirty="0"/>
          </a:p>
        </p:txBody>
      </p:sp>
      <p:sp>
        <p:nvSpPr>
          <p:cNvPr id="2" name="Slide Number Placeholder 1">
            <a:extLst>
              <a:ext uri="{FF2B5EF4-FFF2-40B4-BE49-F238E27FC236}">
                <a16:creationId xmlns:a16="http://schemas.microsoft.com/office/drawing/2014/main" id="{72CC38A2-22A3-4662-8E7F-170F9F4E4057}"/>
              </a:ext>
            </a:extLst>
          </p:cNvPr>
          <p:cNvSpPr>
            <a:spLocks noGrp="1"/>
          </p:cNvSpPr>
          <p:nvPr>
            <p:ph type="sldNum" idx="4294967295"/>
          </p:nvPr>
        </p:nvSpPr>
        <p:spPr>
          <a:xfrm>
            <a:off x="0" y="6137275"/>
            <a:ext cx="730250" cy="444500"/>
          </a:xfrm>
          <a:prstGeom prst="rect">
            <a:avLst/>
          </a:prstGeom>
        </p:spPr>
        <p:txBody>
          <a:bodyPr/>
          <a:lstStyle/>
          <a:p>
            <a:fld id="{00000000-1234-1234-1234-123412341234}" type="slidenum">
              <a:rPr lang="en" smtClean="0"/>
              <a:pPr/>
              <a:t>14</a:t>
            </a:fld>
            <a:endParaRPr lang="en"/>
          </a:p>
        </p:txBody>
      </p:sp>
      <p:pic>
        <p:nvPicPr>
          <p:cNvPr id="10" name="Picture 9">
            <a:extLst>
              <a:ext uri="{FF2B5EF4-FFF2-40B4-BE49-F238E27FC236}">
                <a16:creationId xmlns:a16="http://schemas.microsoft.com/office/drawing/2014/main" id="{6D51ACB0-DB7D-4223-BCF1-10DAAD0AB2DC}"/>
              </a:ext>
            </a:extLst>
          </p:cNvPr>
          <p:cNvPicPr>
            <a:picLocks noChangeAspect="1"/>
          </p:cNvPicPr>
          <p:nvPr/>
        </p:nvPicPr>
        <p:blipFill>
          <a:blip r:embed="rId2"/>
          <a:stretch>
            <a:fillRect/>
          </a:stretch>
        </p:blipFill>
        <p:spPr>
          <a:xfrm>
            <a:off x="1939550" y="1818933"/>
            <a:ext cx="7581300" cy="3914934"/>
          </a:xfrm>
          <a:prstGeom prst="rect">
            <a:avLst/>
          </a:prstGeom>
        </p:spPr>
      </p:pic>
    </p:spTree>
    <p:extLst>
      <p:ext uri="{BB962C8B-B14F-4D97-AF65-F5344CB8AC3E}">
        <p14:creationId xmlns:p14="http://schemas.microsoft.com/office/powerpoint/2010/main" val="39506713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F4CAD107-CF71-41D9-8ADC-B7C8A148BF1B}"/>
              </a:ext>
            </a:extLst>
          </p:cNvPr>
          <p:cNvSpPr>
            <a:spLocks noGrp="1"/>
          </p:cNvSpPr>
          <p:nvPr>
            <p:ph type="pic" idx="2"/>
          </p:nvPr>
        </p:nvSpPr>
        <p:spPr>
          <a:xfrm>
            <a:off x="0" y="-142875"/>
            <a:ext cx="12192000" cy="6858000"/>
          </a:xfrm>
        </p:spPr>
      </p:sp>
      <p:sp>
        <p:nvSpPr>
          <p:cNvPr id="7" name="Title 6">
            <a:extLst>
              <a:ext uri="{FF2B5EF4-FFF2-40B4-BE49-F238E27FC236}">
                <a16:creationId xmlns:a16="http://schemas.microsoft.com/office/drawing/2014/main" id="{4A6A9EE4-E480-4A78-9013-5B6F193D84FE}"/>
              </a:ext>
            </a:extLst>
          </p:cNvPr>
          <p:cNvSpPr>
            <a:spLocks noGrp="1"/>
          </p:cNvSpPr>
          <p:nvPr>
            <p:ph type="title"/>
          </p:nvPr>
        </p:nvSpPr>
        <p:spPr>
          <a:xfrm>
            <a:off x="2283975" y="6010275"/>
            <a:ext cx="8507850" cy="571500"/>
          </a:xfrm>
        </p:spPr>
        <p:txBody>
          <a:bodyPr/>
          <a:lstStyle/>
          <a:p>
            <a:r>
              <a:rPr lang="en-IN" dirty="0"/>
              <a:t>Regression analysis using excel</a:t>
            </a:r>
          </a:p>
        </p:txBody>
      </p:sp>
      <p:sp>
        <p:nvSpPr>
          <p:cNvPr id="2" name="Slide Number Placeholder 1">
            <a:extLst>
              <a:ext uri="{FF2B5EF4-FFF2-40B4-BE49-F238E27FC236}">
                <a16:creationId xmlns:a16="http://schemas.microsoft.com/office/drawing/2014/main" id="{3D1F8FE4-2F8C-476D-8050-6EE4F93C16E5}"/>
              </a:ext>
            </a:extLst>
          </p:cNvPr>
          <p:cNvSpPr>
            <a:spLocks noGrp="1"/>
          </p:cNvSpPr>
          <p:nvPr>
            <p:ph type="sldNum" idx="4294967295"/>
          </p:nvPr>
        </p:nvSpPr>
        <p:spPr>
          <a:xfrm>
            <a:off x="0" y="6137275"/>
            <a:ext cx="730250" cy="444500"/>
          </a:xfrm>
          <a:prstGeom prst="rect">
            <a:avLst/>
          </a:prstGeom>
        </p:spPr>
        <p:txBody>
          <a:bodyPr/>
          <a:lstStyle/>
          <a:p>
            <a:fld id="{00000000-1234-1234-1234-123412341234}" type="slidenum">
              <a:rPr lang="en" smtClean="0"/>
              <a:pPr/>
              <a:t>15</a:t>
            </a:fld>
            <a:endParaRPr lang="en"/>
          </a:p>
        </p:txBody>
      </p:sp>
      <p:pic>
        <p:nvPicPr>
          <p:cNvPr id="12" name="Picture 11">
            <a:extLst>
              <a:ext uri="{FF2B5EF4-FFF2-40B4-BE49-F238E27FC236}">
                <a16:creationId xmlns:a16="http://schemas.microsoft.com/office/drawing/2014/main" id="{9518FB45-F73F-48FA-89C6-C6D2AD94790E}"/>
              </a:ext>
            </a:extLst>
          </p:cNvPr>
          <p:cNvPicPr>
            <a:picLocks noChangeAspect="1"/>
          </p:cNvPicPr>
          <p:nvPr/>
        </p:nvPicPr>
        <p:blipFill>
          <a:blip r:embed="rId2"/>
          <a:stretch>
            <a:fillRect/>
          </a:stretch>
        </p:blipFill>
        <p:spPr>
          <a:xfrm>
            <a:off x="1213242" y="752878"/>
            <a:ext cx="9325158" cy="4790614"/>
          </a:xfrm>
          <a:prstGeom prst="rect">
            <a:avLst/>
          </a:prstGeom>
          <a:ln w="31750">
            <a:solidFill>
              <a:schemeClr val="bg1">
                <a:lumMod val="10000"/>
              </a:schemeClr>
            </a:solidFill>
          </a:ln>
        </p:spPr>
      </p:pic>
    </p:spTree>
    <p:extLst>
      <p:ext uri="{BB962C8B-B14F-4D97-AF65-F5344CB8AC3E}">
        <p14:creationId xmlns:p14="http://schemas.microsoft.com/office/powerpoint/2010/main" val="19713173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B347CFF-2A7A-4CD9-9C30-22241E694FCD}"/>
              </a:ext>
            </a:extLst>
          </p:cNvPr>
          <p:cNvSpPr>
            <a:spLocks noGrp="1"/>
          </p:cNvSpPr>
          <p:nvPr>
            <p:ph type="title"/>
          </p:nvPr>
        </p:nvSpPr>
        <p:spPr/>
        <p:txBody>
          <a:bodyPr/>
          <a:lstStyle/>
          <a:p>
            <a:r>
              <a:rPr lang="en-IN" dirty="0"/>
              <a:t>Key Findings of Model 1</a:t>
            </a:r>
          </a:p>
        </p:txBody>
      </p:sp>
      <p:sp>
        <p:nvSpPr>
          <p:cNvPr id="7" name="Text Placeholder 6">
            <a:extLst>
              <a:ext uri="{FF2B5EF4-FFF2-40B4-BE49-F238E27FC236}">
                <a16:creationId xmlns:a16="http://schemas.microsoft.com/office/drawing/2014/main" id="{251067F9-E973-4187-AFDD-2D73B4728E75}"/>
              </a:ext>
            </a:extLst>
          </p:cNvPr>
          <p:cNvSpPr>
            <a:spLocks noGrp="1"/>
          </p:cNvSpPr>
          <p:nvPr>
            <p:ph type="body" idx="1"/>
          </p:nvPr>
        </p:nvSpPr>
        <p:spPr>
          <a:xfrm>
            <a:off x="960000" y="1621000"/>
            <a:ext cx="9603225" cy="4310800"/>
          </a:xfrm>
        </p:spPr>
        <p:txBody>
          <a:bodyPr/>
          <a:lstStyle/>
          <a:p>
            <a:r>
              <a:rPr lang="en-US" sz="1800" dirty="0"/>
              <a:t>The Multiple R value of 0.988 indicates an </a:t>
            </a:r>
            <a:r>
              <a:rPr lang="en-US" sz="1800" b="1" dirty="0"/>
              <a:t>extremely strong </a:t>
            </a:r>
            <a:r>
              <a:rPr lang="en-US" sz="1800" dirty="0"/>
              <a:t>positive linear relationship between the policy repo rate and the Weighted Average Lending Rate (WALR).</a:t>
            </a:r>
          </a:p>
          <a:p>
            <a:r>
              <a:rPr lang="en-US" sz="1800" dirty="0"/>
              <a:t>The R² value of 0.976 implies that approximately 97.6% of the variation in WALR is </a:t>
            </a:r>
            <a:r>
              <a:rPr lang="en-US" sz="1800" b="1" dirty="0"/>
              <a:t>explained by changes in the repo rate</a:t>
            </a:r>
            <a:r>
              <a:rPr lang="en-US" sz="1800" dirty="0"/>
              <a:t>. </a:t>
            </a:r>
          </a:p>
          <a:p>
            <a:r>
              <a:rPr lang="en-US" sz="1800" dirty="0"/>
              <a:t>The F-statistic (5142.88) is extremely high. The corresponding Significance F (1.29 × 10⁻¹⁰⁴) is far below the 1% significance level. This confirms that the model is </a:t>
            </a:r>
            <a:r>
              <a:rPr lang="en-US" sz="1800" b="1" dirty="0"/>
              <a:t>statistically significant as a whole </a:t>
            </a:r>
            <a:r>
              <a:rPr lang="en-US" sz="1800" dirty="0"/>
              <a:t>and that the repo rate is a meaningful predictor of WALR. </a:t>
            </a:r>
          </a:p>
          <a:p>
            <a:r>
              <a:rPr lang="en-US" sz="1800" dirty="0"/>
              <a:t>The estimated slope coefficient for the repo rate is 1.206. This implies that a </a:t>
            </a:r>
            <a:r>
              <a:rPr lang="en-US" sz="1800" b="1" dirty="0"/>
              <a:t>1 percentage point increase in the repo rate leads to an average increase of about 1.21 percentage points in WALR. </a:t>
            </a:r>
          </a:p>
          <a:p>
            <a:r>
              <a:rPr lang="en-US" sz="1800" dirty="0"/>
              <a:t>Since lending rates respond strongly to changes in the repo rate, monetary policy actions by the Reserve Bank of India are likely to influence borrowing costs in the economy. This strengthens the central bank’s ability to manage demand conditions through interest rate adjustments. </a:t>
            </a:r>
            <a:endParaRPr lang="en-US" sz="1800" b="1" dirty="0"/>
          </a:p>
          <a:p>
            <a:endParaRPr lang="en-IN" sz="1800" b="1" dirty="0"/>
          </a:p>
        </p:txBody>
      </p:sp>
    </p:spTree>
    <p:extLst>
      <p:ext uri="{BB962C8B-B14F-4D97-AF65-F5344CB8AC3E}">
        <p14:creationId xmlns:p14="http://schemas.microsoft.com/office/powerpoint/2010/main" val="30105014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5BF94B-9946-450E-A31C-35838A580BFA}"/>
              </a:ext>
            </a:extLst>
          </p:cNvPr>
          <p:cNvSpPr>
            <a:spLocks noGrp="1"/>
          </p:cNvSpPr>
          <p:nvPr>
            <p:ph type="title"/>
          </p:nvPr>
        </p:nvSpPr>
        <p:spPr/>
        <p:txBody>
          <a:bodyPr/>
          <a:lstStyle/>
          <a:p>
            <a:r>
              <a:rPr lang="en-US" sz="2800" dirty="0"/>
              <a:t>Model 2- Lagged Repo Rate and WALR (Delayed Transmission Model)</a:t>
            </a:r>
            <a:endParaRPr lang="en-IN" sz="2800" dirty="0"/>
          </a:p>
        </p:txBody>
      </p:sp>
      <p:sp>
        <p:nvSpPr>
          <p:cNvPr id="4" name="Text Placeholder 3">
            <a:extLst>
              <a:ext uri="{FF2B5EF4-FFF2-40B4-BE49-F238E27FC236}">
                <a16:creationId xmlns:a16="http://schemas.microsoft.com/office/drawing/2014/main" id="{FEB9B0B0-00D3-4F5C-A718-04C3A368DFCF}"/>
              </a:ext>
            </a:extLst>
          </p:cNvPr>
          <p:cNvSpPr>
            <a:spLocks noGrp="1"/>
          </p:cNvSpPr>
          <p:nvPr>
            <p:ph type="body" idx="1"/>
          </p:nvPr>
        </p:nvSpPr>
        <p:spPr/>
        <p:txBody>
          <a:bodyPr/>
          <a:lstStyle/>
          <a:p>
            <a:r>
              <a:rPr lang="en-US" sz="1800" dirty="0"/>
              <a:t>This model captures the </a:t>
            </a:r>
            <a:r>
              <a:rPr lang="en-US" sz="1800" b="1" dirty="0"/>
              <a:t>delayed effect </a:t>
            </a:r>
            <a:r>
              <a:rPr lang="en-US" sz="1800" dirty="0"/>
              <a:t>of monetary policy on lending rates by introducing a one-period lag of the repo rate. </a:t>
            </a:r>
          </a:p>
          <a:p>
            <a:endParaRPr lang="en-US" sz="1800" dirty="0"/>
          </a:p>
          <a:p>
            <a:r>
              <a:rPr lang="en-US" sz="1800" dirty="0"/>
              <a:t>The coefficient β1 measures how past policy decisions </a:t>
            </a:r>
            <a:r>
              <a:rPr lang="en-US" sz="1800" b="1" dirty="0"/>
              <a:t>influence</a:t>
            </a:r>
            <a:r>
              <a:rPr lang="en-US" sz="1800" dirty="0"/>
              <a:t> current lending rates. </a:t>
            </a:r>
          </a:p>
          <a:p>
            <a:r>
              <a:rPr lang="en-US" sz="1800" dirty="0"/>
              <a:t>A statistically significant β1 provides evidence of persistence in monetary transmission and confirms that policy rate changes continue to affect lending rates </a:t>
            </a:r>
            <a:r>
              <a:rPr lang="en-US" sz="1800" b="1" dirty="0"/>
              <a:t>beyond the period in which they are announced</a:t>
            </a:r>
            <a:r>
              <a:rPr lang="en-US" sz="1800" dirty="0"/>
              <a:t>.</a:t>
            </a:r>
          </a:p>
          <a:p>
            <a:endParaRPr lang="en-US" sz="1800" dirty="0"/>
          </a:p>
          <a:p>
            <a:pPr marL="237061" indent="0">
              <a:buNone/>
            </a:pPr>
            <a:r>
              <a:rPr lang="en-US" sz="1800" b="1" dirty="0"/>
              <a:t>Null Hypothesis (H₀₂):</a:t>
            </a:r>
            <a:r>
              <a:rPr lang="en-US" sz="1800" dirty="0"/>
              <a:t> The lagged repo rate does not significantly affect the current Weighted Average Lending Rate. </a:t>
            </a:r>
          </a:p>
          <a:p>
            <a:pPr marL="237061" indent="0">
              <a:buNone/>
            </a:pPr>
            <a:endParaRPr lang="en-IN" sz="1800" dirty="0"/>
          </a:p>
          <a:p>
            <a:pPr marL="237061" indent="0">
              <a:buNone/>
            </a:pPr>
            <a:endParaRPr lang="en-IN" sz="1800" dirty="0"/>
          </a:p>
          <a:p>
            <a:pPr marL="237061" indent="0">
              <a:buNone/>
            </a:pPr>
            <a:r>
              <a:rPr lang="en-US" sz="1800" b="1" dirty="0"/>
              <a:t>Alternative Hypothesis (H₁₂): </a:t>
            </a:r>
          </a:p>
          <a:p>
            <a:pPr marL="237061" indent="0">
              <a:buNone/>
            </a:pPr>
            <a:r>
              <a:rPr lang="en-US" sz="1800" dirty="0"/>
              <a:t>The lagged repo rate significantly affects the current Weighted Average Lending Rate.</a:t>
            </a:r>
            <a:endParaRPr lang="en-IN" sz="1800" dirty="0"/>
          </a:p>
        </p:txBody>
      </p:sp>
      <p:sp>
        <p:nvSpPr>
          <p:cNvPr id="2" name="Slide Number Placeholder 1">
            <a:extLst>
              <a:ext uri="{FF2B5EF4-FFF2-40B4-BE49-F238E27FC236}">
                <a16:creationId xmlns:a16="http://schemas.microsoft.com/office/drawing/2014/main" id="{24F7D3A3-5387-4A67-9D00-1C4BAA9449C6}"/>
              </a:ext>
            </a:extLst>
          </p:cNvPr>
          <p:cNvSpPr>
            <a:spLocks noGrp="1"/>
          </p:cNvSpPr>
          <p:nvPr>
            <p:ph type="sldNum" idx="4294967295"/>
          </p:nvPr>
        </p:nvSpPr>
        <p:spPr>
          <a:xfrm>
            <a:off x="0" y="6137275"/>
            <a:ext cx="730250" cy="444500"/>
          </a:xfrm>
          <a:prstGeom prst="rect">
            <a:avLst/>
          </a:prstGeom>
        </p:spPr>
        <p:txBody>
          <a:bodyPr/>
          <a:lstStyle/>
          <a:p>
            <a:fld id="{00000000-1234-1234-1234-123412341234}" type="slidenum">
              <a:rPr lang="en" smtClean="0"/>
              <a:pPr/>
              <a:t>17</a:t>
            </a:fld>
            <a:endParaRPr lang="en"/>
          </a:p>
        </p:txBody>
      </p:sp>
      <p:pic>
        <p:nvPicPr>
          <p:cNvPr id="6" name="Picture 5">
            <a:extLst>
              <a:ext uri="{FF2B5EF4-FFF2-40B4-BE49-F238E27FC236}">
                <a16:creationId xmlns:a16="http://schemas.microsoft.com/office/drawing/2014/main" id="{DB01BAE6-3000-4981-B0F5-3716A402CC74}"/>
              </a:ext>
            </a:extLst>
          </p:cNvPr>
          <p:cNvPicPr>
            <a:picLocks noChangeAspect="1"/>
          </p:cNvPicPr>
          <p:nvPr/>
        </p:nvPicPr>
        <p:blipFill>
          <a:blip r:embed="rId2"/>
          <a:stretch>
            <a:fillRect/>
          </a:stretch>
        </p:blipFill>
        <p:spPr>
          <a:xfrm>
            <a:off x="4605231" y="5012760"/>
            <a:ext cx="1076475" cy="314369"/>
          </a:xfrm>
          <a:prstGeom prst="rect">
            <a:avLst/>
          </a:prstGeom>
        </p:spPr>
      </p:pic>
      <p:pic>
        <p:nvPicPr>
          <p:cNvPr id="8" name="Picture 7">
            <a:extLst>
              <a:ext uri="{FF2B5EF4-FFF2-40B4-BE49-F238E27FC236}">
                <a16:creationId xmlns:a16="http://schemas.microsoft.com/office/drawing/2014/main" id="{795768B0-4085-4DAA-A1D1-5F7F850913E2}"/>
              </a:ext>
            </a:extLst>
          </p:cNvPr>
          <p:cNvPicPr>
            <a:picLocks noChangeAspect="1"/>
          </p:cNvPicPr>
          <p:nvPr/>
        </p:nvPicPr>
        <p:blipFill>
          <a:blip r:embed="rId3"/>
          <a:stretch>
            <a:fillRect/>
          </a:stretch>
        </p:blipFill>
        <p:spPr>
          <a:xfrm>
            <a:off x="4500442" y="6264633"/>
            <a:ext cx="1286054" cy="333422"/>
          </a:xfrm>
          <a:prstGeom prst="rect">
            <a:avLst/>
          </a:prstGeom>
        </p:spPr>
      </p:pic>
      <p:pic>
        <p:nvPicPr>
          <p:cNvPr id="10" name="Picture 9">
            <a:extLst>
              <a:ext uri="{FF2B5EF4-FFF2-40B4-BE49-F238E27FC236}">
                <a16:creationId xmlns:a16="http://schemas.microsoft.com/office/drawing/2014/main" id="{5C6FB480-5170-40CD-9958-18CEF5F51861}"/>
              </a:ext>
            </a:extLst>
          </p:cNvPr>
          <p:cNvPicPr>
            <a:picLocks noChangeAspect="1"/>
          </p:cNvPicPr>
          <p:nvPr/>
        </p:nvPicPr>
        <p:blipFill>
          <a:blip r:embed="rId4"/>
          <a:stretch>
            <a:fillRect/>
          </a:stretch>
        </p:blipFill>
        <p:spPr>
          <a:xfrm>
            <a:off x="4412182" y="2214172"/>
            <a:ext cx="2995895" cy="373605"/>
          </a:xfrm>
          <a:prstGeom prst="rect">
            <a:avLst/>
          </a:prstGeom>
        </p:spPr>
      </p:pic>
    </p:spTree>
    <p:extLst>
      <p:ext uri="{BB962C8B-B14F-4D97-AF65-F5344CB8AC3E}">
        <p14:creationId xmlns:p14="http://schemas.microsoft.com/office/powerpoint/2010/main" val="26885872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94C75E74-70FF-4CBE-833D-FDF139CC759B}"/>
              </a:ext>
            </a:extLst>
          </p:cNvPr>
          <p:cNvSpPr>
            <a:spLocks noGrp="1"/>
          </p:cNvSpPr>
          <p:nvPr>
            <p:ph type="pic" idx="2"/>
          </p:nvPr>
        </p:nvSpPr>
        <p:spPr>
          <a:xfrm>
            <a:off x="0" y="-142875"/>
            <a:ext cx="12192000" cy="6858000"/>
          </a:xfrm>
        </p:spPr>
      </p:sp>
      <p:sp>
        <p:nvSpPr>
          <p:cNvPr id="5" name="Title 4">
            <a:extLst>
              <a:ext uri="{FF2B5EF4-FFF2-40B4-BE49-F238E27FC236}">
                <a16:creationId xmlns:a16="http://schemas.microsoft.com/office/drawing/2014/main" id="{8158FCA0-77E1-4662-8907-D910F8AA61FA}"/>
              </a:ext>
            </a:extLst>
          </p:cNvPr>
          <p:cNvSpPr>
            <a:spLocks noGrp="1"/>
          </p:cNvSpPr>
          <p:nvPr>
            <p:ph type="title"/>
          </p:nvPr>
        </p:nvSpPr>
        <p:spPr>
          <a:xfrm>
            <a:off x="1027687" y="5725455"/>
            <a:ext cx="10308075" cy="823640"/>
          </a:xfrm>
        </p:spPr>
        <p:txBody>
          <a:bodyPr/>
          <a:lstStyle/>
          <a:p>
            <a:pPr algn="ctr"/>
            <a:r>
              <a:rPr lang="en-IN" dirty="0"/>
              <a:t>ANOVA and regression Analysis </a:t>
            </a:r>
          </a:p>
        </p:txBody>
      </p:sp>
      <p:sp>
        <p:nvSpPr>
          <p:cNvPr id="2" name="Slide Number Placeholder 1">
            <a:extLst>
              <a:ext uri="{FF2B5EF4-FFF2-40B4-BE49-F238E27FC236}">
                <a16:creationId xmlns:a16="http://schemas.microsoft.com/office/drawing/2014/main" id="{6B739C6F-DD6E-4E27-8E62-7D680A698227}"/>
              </a:ext>
            </a:extLst>
          </p:cNvPr>
          <p:cNvSpPr>
            <a:spLocks noGrp="1"/>
          </p:cNvSpPr>
          <p:nvPr>
            <p:ph type="sldNum" idx="4294967295"/>
          </p:nvPr>
        </p:nvSpPr>
        <p:spPr>
          <a:xfrm>
            <a:off x="0" y="6137275"/>
            <a:ext cx="730250" cy="444500"/>
          </a:xfrm>
          <a:prstGeom prst="rect">
            <a:avLst/>
          </a:prstGeom>
        </p:spPr>
        <p:txBody>
          <a:bodyPr/>
          <a:lstStyle/>
          <a:p>
            <a:fld id="{00000000-1234-1234-1234-123412341234}" type="slidenum">
              <a:rPr lang="en" smtClean="0"/>
              <a:pPr/>
              <a:t>18</a:t>
            </a:fld>
            <a:endParaRPr lang="en"/>
          </a:p>
        </p:txBody>
      </p:sp>
      <p:pic>
        <p:nvPicPr>
          <p:cNvPr id="8" name="Picture 7">
            <a:extLst>
              <a:ext uri="{FF2B5EF4-FFF2-40B4-BE49-F238E27FC236}">
                <a16:creationId xmlns:a16="http://schemas.microsoft.com/office/drawing/2014/main" id="{04CB9466-762E-44C1-B6A3-858F71FAEBCB}"/>
              </a:ext>
            </a:extLst>
          </p:cNvPr>
          <p:cNvPicPr>
            <a:picLocks noChangeAspect="1"/>
          </p:cNvPicPr>
          <p:nvPr/>
        </p:nvPicPr>
        <p:blipFill>
          <a:blip r:embed="rId2"/>
          <a:stretch>
            <a:fillRect/>
          </a:stretch>
        </p:blipFill>
        <p:spPr>
          <a:xfrm>
            <a:off x="730250" y="429940"/>
            <a:ext cx="10399946" cy="4986610"/>
          </a:xfrm>
          <a:prstGeom prst="rect">
            <a:avLst/>
          </a:prstGeom>
        </p:spPr>
      </p:pic>
    </p:spTree>
    <p:extLst>
      <p:ext uri="{BB962C8B-B14F-4D97-AF65-F5344CB8AC3E}">
        <p14:creationId xmlns:p14="http://schemas.microsoft.com/office/powerpoint/2010/main" val="35861449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C8731DE-FBFF-464C-80E6-8E9E04BBE151}"/>
              </a:ext>
            </a:extLst>
          </p:cNvPr>
          <p:cNvSpPr>
            <a:spLocks noGrp="1"/>
          </p:cNvSpPr>
          <p:nvPr>
            <p:ph type="title"/>
          </p:nvPr>
        </p:nvSpPr>
        <p:spPr/>
        <p:txBody>
          <a:bodyPr/>
          <a:lstStyle/>
          <a:p>
            <a:r>
              <a:rPr lang="en-IN" dirty="0"/>
              <a:t>Key Points and Findings </a:t>
            </a:r>
          </a:p>
        </p:txBody>
      </p:sp>
      <p:sp>
        <p:nvSpPr>
          <p:cNvPr id="5" name="Text Placeholder 4">
            <a:extLst>
              <a:ext uri="{FF2B5EF4-FFF2-40B4-BE49-F238E27FC236}">
                <a16:creationId xmlns:a16="http://schemas.microsoft.com/office/drawing/2014/main" id="{EA89F1F4-AE7B-4C47-BE87-EB4EB5A55949}"/>
              </a:ext>
            </a:extLst>
          </p:cNvPr>
          <p:cNvSpPr>
            <a:spLocks noGrp="1"/>
          </p:cNvSpPr>
          <p:nvPr>
            <p:ph type="body" idx="1"/>
          </p:nvPr>
        </p:nvSpPr>
        <p:spPr>
          <a:xfrm>
            <a:off x="960000" y="1621000"/>
            <a:ext cx="9517500" cy="4310800"/>
          </a:xfrm>
        </p:spPr>
        <p:txBody>
          <a:bodyPr/>
          <a:lstStyle/>
          <a:p>
            <a:r>
              <a:rPr lang="en-US" sz="1800" dirty="0"/>
              <a:t>The Multiple R value of 0.985 indicates a </a:t>
            </a:r>
            <a:r>
              <a:rPr lang="en-US" sz="1800" b="1" dirty="0"/>
              <a:t>very strong positive </a:t>
            </a:r>
            <a:r>
              <a:rPr lang="en-US" sz="1800" dirty="0"/>
              <a:t>relationship between the lagged repo rate and the current WALR.</a:t>
            </a:r>
          </a:p>
          <a:p>
            <a:r>
              <a:rPr lang="en-US" sz="1800" dirty="0"/>
              <a:t>The R² value of 0.971 suggests that about 97.1% of the variation in WALR is explained by the repo rate of the previous period. </a:t>
            </a:r>
          </a:p>
          <a:p>
            <a:r>
              <a:rPr lang="en-US" sz="1800" dirty="0"/>
              <a:t>The F-statistic (4274.65) is very large, indicating </a:t>
            </a:r>
            <a:r>
              <a:rPr lang="en-US" sz="1800" b="1" dirty="0"/>
              <a:t>strong</a:t>
            </a:r>
            <a:r>
              <a:rPr lang="en-US" sz="1800" dirty="0"/>
              <a:t> overall model fit.</a:t>
            </a:r>
          </a:p>
          <a:p>
            <a:pPr marL="237061" indent="0">
              <a:buNone/>
            </a:pPr>
            <a:r>
              <a:rPr lang="en-US" sz="1800" dirty="0"/>
              <a:t>Compared to the contemporaneous model, the lagged model shows: </a:t>
            </a:r>
          </a:p>
          <a:p>
            <a:r>
              <a:rPr lang="en-US" sz="1800" dirty="0"/>
              <a:t>Slightly </a:t>
            </a:r>
            <a:r>
              <a:rPr lang="en-US" sz="1800" b="1" dirty="0"/>
              <a:t>lower </a:t>
            </a:r>
            <a:r>
              <a:rPr lang="en-US" sz="1800" dirty="0"/>
              <a:t>R² </a:t>
            </a:r>
          </a:p>
          <a:p>
            <a:r>
              <a:rPr lang="en-US" sz="1800" b="1" dirty="0"/>
              <a:t>Similar </a:t>
            </a:r>
            <a:r>
              <a:rPr lang="en-US" sz="1800" dirty="0"/>
              <a:t>coefficient magnitude </a:t>
            </a:r>
          </a:p>
          <a:p>
            <a:r>
              <a:rPr lang="en-US" sz="1800" dirty="0"/>
              <a:t>Continued </a:t>
            </a:r>
            <a:r>
              <a:rPr lang="en-US" sz="1800" b="1" dirty="0"/>
              <a:t>high</a:t>
            </a:r>
            <a:r>
              <a:rPr lang="en-US" sz="1800" dirty="0"/>
              <a:t> statistical significance </a:t>
            </a:r>
          </a:p>
          <a:p>
            <a:pPr marL="237061" indent="0">
              <a:buNone/>
            </a:pPr>
            <a:r>
              <a:rPr lang="en-US" sz="1800" dirty="0"/>
              <a:t>This implies that repo rate changes affect WALR both immediately and with a lag, suggesting a mixed transmission pattern.</a:t>
            </a:r>
          </a:p>
          <a:p>
            <a:r>
              <a:rPr lang="en-US" sz="1800" dirty="0"/>
              <a:t>The presence of a strong lagged effect suggests that monetary policy actions have</a:t>
            </a:r>
            <a:r>
              <a:rPr lang="en-US" sz="1800" b="1" dirty="0"/>
              <a:t> persistent effects </a:t>
            </a:r>
            <a:r>
              <a:rPr lang="en-US" sz="1800" dirty="0"/>
              <a:t>on lending rates. Policymakers should account for delayed transmission when evaluating the impact of interest rate decisions on credit conditions.</a:t>
            </a:r>
            <a:endParaRPr lang="en-IN" sz="2000" dirty="0"/>
          </a:p>
        </p:txBody>
      </p:sp>
    </p:spTree>
    <p:extLst>
      <p:ext uri="{BB962C8B-B14F-4D97-AF65-F5344CB8AC3E}">
        <p14:creationId xmlns:p14="http://schemas.microsoft.com/office/powerpoint/2010/main" val="32238815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AEB1CE-1A8A-4D16-82AC-DF92C366BBA3}"/>
              </a:ext>
            </a:extLst>
          </p:cNvPr>
          <p:cNvSpPr>
            <a:spLocks noGrp="1"/>
          </p:cNvSpPr>
          <p:nvPr>
            <p:ph type="title"/>
          </p:nvPr>
        </p:nvSpPr>
        <p:spPr/>
        <p:txBody>
          <a:bodyPr/>
          <a:lstStyle/>
          <a:p>
            <a:r>
              <a:rPr lang="en-US" dirty="0"/>
              <a:t>Model 3- Current and Lagged Repo Rates with WALR (Dynamic Model)</a:t>
            </a:r>
            <a:endParaRPr lang="en-IN" dirty="0"/>
          </a:p>
        </p:txBody>
      </p:sp>
      <p:sp>
        <p:nvSpPr>
          <p:cNvPr id="4" name="Text Placeholder 3">
            <a:extLst>
              <a:ext uri="{FF2B5EF4-FFF2-40B4-BE49-F238E27FC236}">
                <a16:creationId xmlns:a16="http://schemas.microsoft.com/office/drawing/2014/main" id="{9CA98580-CBC7-451E-A95B-FE2EFB1FEB32}"/>
              </a:ext>
            </a:extLst>
          </p:cNvPr>
          <p:cNvSpPr>
            <a:spLocks noGrp="1"/>
          </p:cNvSpPr>
          <p:nvPr>
            <p:ph type="body" idx="1"/>
          </p:nvPr>
        </p:nvSpPr>
        <p:spPr>
          <a:xfrm>
            <a:off x="960000" y="1826367"/>
            <a:ext cx="10272000" cy="4310800"/>
          </a:xfrm>
        </p:spPr>
        <p:txBody>
          <a:bodyPr/>
          <a:lstStyle/>
          <a:p>
            <a:r>
              <a:rPr lang="en-US" sz="1800" dirty="0"/>
              <a:t>This model integrates both contemporaneous and lagged repo rates to analyze the dynamic adjustment process of lending rates. </a:t>
            </a:r>
          </a:p>
          <a:p>
            <a:r>
              <a:rPr lang="en-US" sz="1800" dirty="0"/>
              <a:t>The coefficient γ1 captures the immediate response of WALR to changes in the repo rate, while γ2 measures the delayed adjustment effect.</a:t>
            </a:r>
          </a:p>
          <a:p>
            <a:r>
              <a:rPr lang="en-US" sz="1800" dirty="0"/>
              <a:t>The joint significance of both coefficients indicates that monetary policy transmission operates through both immediate and lagged channels.</a:t>
            </a:r>
          </a:p>
          <a:p>
            <a:endParaRPr lang="en-US" sz="1800" dirty="0"/>
          </a:p>
          <a:p>
            <a:pPr marL="237061" indent="0">
              <a:buNone/>
            </a:pPr>
            <a:r>
              <a:rPr lang="en-US" sz="1800" b="1" dirty="0"/>
              <a:t>Null Hypothesis (H₀₃): </a:t>
            </a:r>
            <a:r>
              <a:rPr lang="en-US" sz="1800" dirty="0"/>
              <a:t>Current and lagged repo rates jointly have no significant effect on WALR. </a:t>
            </a:r>
          </a:p>
          <a:p>
            <a:pPr marL="237061" indent="0">
              <a:buNone/>
            </a:pPr>
            <a:endParaRPr lang="en-US" sz="1800" dirty="0"/>
          </a:p>
          <a:p>
            <a:pPr marL="237061" indent="0">
              <a:buNone/>
            </a:pPr>
            <a:endParaRPr lang="en-US" sz="1800" dirty="0"/>
          </a:p>
          <a:p>
            <a:pPr marL="237061" indent="0">
              <a:buNone/>
            </a:pPr>
            <a:r>
              <a:rPr lang="en-US" sz="1800" b="1" dirty="0"/>
              <a:t>Alternative Hypothesis (H₁₃):</a:t>
            </a:r>
            <a:r>
              <a:rPr lang="en-US" sz="1800" dirty="0"/>
              <a:t> At least one of the current or lagged repo rate coefficients significantly affects WALR.</a:t>
            </a:r>
          </a:p>
          <a:p>
            <a:pPr marL="237061" indent="0">
              <a:buNone/>
            </a:pPr>
            <a:endParaRPr lang="en-IN" sz="1800" dirty="0"/>
          </a:p>
          <a:p>
            <a:pPr marL="237061" indent="0">
              <a:buNone/>
            </a:pPr>
            <a:endParaRPr lang="en-IN" sz="1800" dirty="0"/>
          </a:p>
        </p:txBody>
      </p:sp>
      <p:sp>
        <p:nvSpPr>
          <p:cNvPr id="2" name="Slide Number Placeholder 1">
            <a:extLst>
              <a:ext uri="{FF2B5EF4-FFF2-40B4-BE49-F238E27FC236}">
                <a16:creationId xmlns:a16="http://schemas.microsoft.com/office/drawing/2014/main" id="{FE2CBE8E-B74E-4855-BD38-DE9979A90732}"/>
              </a:ext>
            </a:extLst>
          </p:cNvPr>
          <p:cNvSpPr>
            <a:spLocks noGrp="1"/>
          </p:cNvSpPr>
          <p:nvPr>
            <p:ph type="sldNum" idx="4294967295"/>
          </p:nvPr>
        </p:nvSpPr>
        <p:spPr>
          <a:xfrm>
            <a:off x="0" y="6137275"/>
            <a:ext cx="730250" cy="444500"/>
          </a:xfrm>
          <a:prstGeom prst="rect">
            <a:avLst/>
          </a:prstGeom>
        </p:spPr>
        <p:txBody>
          <a:bodyPr/>
          <a:lstStyle/>
          <a:p>
            <a:fld id="{00000000-1234-1234-1234-123412341234}" type="slidenum">
              <a:rPr lang="en" smtClean="0"/>
              <a:pPr/>
              <a:t>20</a:t>
            </a:fld>
            <a:endParaRPr lang="en"/>
          </a:p>
        </p:txBody>
      </p:sp>
      <p:pic>
        <p:nvPicPr>
          <p:cNvPr id="6" name="Picture 5">
            <a:extLst>
              <a:ext uri="{FF2B5EF4-FFF2-40B4-BE49-F238E27FC236}">
                <a16:creationId xmlns:a16="http://schemas.microsoft.com/office/drawing/2014/main" id="{EACB42E2-74A9-4FD5-B62B-21907893F5BE}"/>
              </a:ext>
            </a:extLst>
          </p:cNvPr>
          <p:cNvPicPr>
            <a:picLocks noChangeAspect="1"/>
          </p:cNvPicPr>
          <p:nvPr/>
        </p:nvPicPr>
        <p:blipFill>
          <a:blip r:embed="rId2"/>
          <a:stretch>
            <a:fillRect/>
          </a:stretch>
        </p:blipFill>
        <p:spPr>
          <a:xfrm>
            <a:off x="4200337" y="4587327"/>
            <a:ext cx="1819529" cy="314369"/>
          </a:xfrm>
          <a:prstGeom prst="rect">
            <a:avLst/>
          </a:prstGeom>
        </p:spPr>
      </p:pic>
      <p:pic>
        <p:nvPicPr>
          <p:cNvPr id="8" name="Picture 7">
            <a:extLst>
              <a:ext uri="{FF2B5EF4-FFF2-40B4-BE49-F238E27FC236}">
                <a16:creationId xmlns:a16="http://schemas.microsoft.com/office/drawing/2014/main" id="{CB121745-CFEA-40D2-BBD0-D58FABA9811C}"/>
              </a:ext>
            </a:extLst>
          </p:cNvPr>
          <p:cNvPicPr>
            <a:picLocks noChangeAspect="1"/>
          </p:cNvPicPr>
          <p:nvPr/>
        </p:nvPicPr>
        <p:blipFill>
          <a:blip r:embed="rId3"/>
          <a:stretch>
            <a:fillRect/>
          </a:stretch>
        </p:blipFill>
        <p:spPr>
          <a:xfrm>
            <a:off x="3928935" y="5567016"/>
            <a:ext cx="2772162" cy="285790"/>
          </a:xfrm>
          <a:prstGeom prst="rect">
            <a:avLst/>
          </a:prstGeom>
        </p:spPr>
      </p:pic>
    </p:spTree>
    <p:extLst>
      <p:ext uri="{BB962C8B-B14F-4D97-AF65-F5344CB8AC3E}">
        <p14:creationId xmlns:p14="http://schemas.microsoft.com/office/powerpoint/2010/main" val="22574193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B5DA4923-E9A6-4891-91BA-E9968E4C1CE8}"/>
              </a:ext>
            </a:extLst>
          </p:cNvPr>
          <p:cNvSpPr>
            <a:spLocks noGrp="1"/>
          </p:cNvSpPr>
          <p:nvPr>
            <p:ph type="pic" idx="2"/>
          </p:nvPr>
        </p:nvSpPr>
        <p:spPr/>
      </p:sp>
      <p:sp>
        <p:nvSpPr>
          <p:cNvPr id="5" name="Title 4">
            <a:extLst>
              <a:ext uri="{FF2B5EF4-FFF2-40B4-BE49-F238E27FC236}">
                <a16:creationId xmlns:a16="http://schemas.microsoft.com/office/drawing/2014/main" id="{3B2D8DB3-FA9A-4AFA-B6FC-17692A3748B5}"/>
              </a:ext>
            </a:extLst>
          </p:cNvPr>
          <p:cNvSpPr>
            <a:spLocks noGrp="1"/>
          </p:cNvSpPr>
          <p:nvPr>
            <p:ph type="title"/>
          </p:nvPr>
        </p:nvSpPr>
        <p:spPr>
          <a:xfrm>
            <a:off x="960000" y="5610225"/>
            <a:ext cx="10498575" cy="534542"/>
          </a:xfrm>
        </p:spPr>
        <p:txBody>
          <a:bodyPr/>
          <a:lstStyle/>
          <a:p>
            <a:pPr algn="ctr"/>
            <a:r>
              <a:rPr lang="en-IN" dirty="0"/>
              <a:t>ANOVA and Regression Analysis</a:t>
            </a:r>
          </a:p>
        </p:txBody>
      </p:sp>
      <p:sp>
        <p:nvSpPr>
          <p:cNvPr id="2" name="Slide Number Placeholder 1">
            <a:extLst>
              <a:ext uri="{FF2B5EF4-FFF2-40B4-BE49-F238E27FC236}">
                <a16:creationId xmlns:a16="http://schemas.microsoft.com/office/drawing/2014/main" id="{4B8B8DC4-DFEE-49D9-84B1-932FCB2749EF}"/>
              </a:ext>
            </a:extLst>
          </p:cNvPr>
          <p:cNvSpPr>
            <a:spLocks noGrp="1"/>
          </p:cNvSpPr>
          <p:nvPr>
            <p:ph type="sldNum" idx="4294967295"/>
          </p:nvPr>
        </p:nvSpPr>
        <p:spPr>
          <a:xfrm>
            <a:off x="0" y="6137275"/>
            <a:ext cx="730250" cy="444500"/>
          </a:xfrm>
          <a:prstGeom prst="rect">
            <a:avLst/>
          </a:prstGeom>
        </p:spPr>
        <p:txBody>
          <a:bodyPr/>
          <a:lstStyle/>
          <a:p>
            <a:fld id="{00000000-1234-1234-1234-123412341234}" type="slidenum">
              <a:rPr lang="en" smtClean="0"/>
              <a:pPr/>
              <a:t>21</a:t>
            </a:fld>
            <a:endParaRPr lang="en"/>
          </a:p>
        </p:txBody>
      </p:sp>
      <p:pic>
        <p:nvPicPr>
          <p:cNvPr id="10" name="Picture 9">
            <a:extLst>
              <a:ext uri="{FF2B5EF4-FFF2-40B4-BE49-F238E27FC236}">
                <a16:creationId xmlns:a16="http://schemas.microsoft.com/office/drawing/2014/main" id="{1C0FE234-6465-4C92-BC47-5315BB8D5A2D}"/>
              </a:ext>
            </a:extLst>
          </p:cNvPr>
          <p:cNvPicPr>
            <a:picLocks noChangeAspect="1"/>
          </p:cNvPicPr>
          <p:nvPr/>
        </p:nvPicPr>
        <p:blipFill>
          <a:blip r:embed="rId2"/>
          <a:stretch>
            <a:fillRect/>
          </a:stretch>
        </p:blipFill>
        <p:spPr>
          <a:xfrm>
            <a:off x="1074699" y="292570"/>
            <a:ext cx="10269576" cy="5128768"/>
          </a:xfrm>
          <a:prstGeom prst="rect">
            <a:avLst/>
          </a:prstGeom>
        </p:spPr>
      </p:pic>
    </p:spTree>
    <p:extLst>
      <p:ext uri="{BB962C8B-B14F-4D97-AF65-F5344CB8AC3E}">
        <p14:creationId xmlns:p14="http://schemas.microsoft.com/office/powerpoint/2010/main" val="25018881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3A7B21-4E02-4795-B8A1-E45BF67857B9}"/>
              </a:ext>
            </a:extLst>
          </p:cNvPr>
          <p:cNvSpPr>
            <a:spLocks noGrp="1"/>
          </p:cNvSpPr>
          <p:nvPr>
            <p:ph type="title"/>
          </p:nvPr>
        </p:nvSpPr>
        <p:spPr/>
        <p:txBody>
          <a:bodyPr/>
          <a:lstStyle/>
          <a:p>
            <a:r>
              <a:rPr lang="en-IN" dirty="0"/>
              <a:t>Key Points and Findings </a:t>
            </a:r>
          </a:p>
        </p:txBody>
      </p:sp>
      <p:sp>
        <p:nvSpPr>
          <p:cNvPr id="5" name="Text Placeholder 4">
            <a:extLst>
              <a:ext uri="{FF2B5EF4-FFF2-40B4-BE49-F238E27FC236}">
                <a16:creationId xmlns:a16="http://schemas.microsoft.com/office/drawing/2014/main" id="{A165823C-26C4-428E-9A7B-245523162044}"/>
              </a:ext>
            </a:extLst>
          </p:cNvPr>
          <p:cNvSpPr>
            <a:spLocks noGrp="1"/>
          </p:cNvSpPr>
          <p:nvPr>
            <p:ph type="body" idx="1"/>
          </p:nvPr>
        </p:nvSpPr>
        <p:spPr>
          <a:xfrm>
            <a:off x="960000" y="1356967"/>
            <a:ext cx="10272000" cy="4786658"/>
          </a:xfrm>
        </p:spPr>
        <p:txBody>
          <a:bodyPr/>
          <a:lstStyle/>
          <a:p>
            <a:r>
              <a:rPr lang="en-US" sz="1800" dirty="0"/>
              <a:t>The Multiple R value of 0.991 indicates an exceptionally strong relationship between WALR and the explanatory variables. </a:t>
            </a:r>
          </a:p>
          <a:p>
            <a:r>
              <a:rPr lang="en-US" sz="1800" dirty="0"/>
              <a:t>The R² value of 0.983 implies that 98.3% of the variation in WALR is jointly explained by the current and lagged repo rates. </a:t>
            </a:r>
          </a:p>
          <a:p>
            <a:r>
              <a:rPr lang="en-US" sz="1800" dirty="0"/>
              <a:t>The coefficient on the current repo rate (γ₁ = 0.828) is positive and highly significant (p value ≈ 7.68 × 10⁻³²). </a:t>
            </a:r>
          </a:p>
          <a:p>
            <a:r>
              <a:rPr lang="en-US" sz="1800" dirty="0"/>
              <a:t>The coefficient on the lagged repo rate (γ₂ = 0.310) is also positive and statistically significant (p-value ≈ 1.75 × 10⁻¹¹).</a:t>
            </a:r>
          </a:p>
          <a:p>
            <a:r>
              <a:rPr lang="en-US" sz="1800" dirty="0"/>
              <a:t>The long-run (cumulative) pass-through is given by the sum of coefficients:</a:t>
            </a:r>
          </a:p>
          <a:p>
            <a:endParaRPr lang="en-US" sz="1800" dirty="0"/>
          </a:p>
          <a:p>
            <a:endParaRPr lang="en-US" sz="1800" dirty="0"/>
          </a:p>
          <a:p>
            <a:r>
              <a:rPr lang="en-US" sz="1800" dirty="0"/>
              <a:t>The presence of both significant contemporaneous and lagged effects implies that lending rates adjust gradually rather than instantaneously. </a:t>
            </a:r>
          </a:p>
          <a:p>
            <a:r>
              <a:rPr lang="en-US" sz="1800" dirty="0"/>
              <a:t>Monetary policy actions by the RBI influence lending rates both immediately and over subsequent periods.</a:t>
            </a:r>
            <a:endParaRPr lang="en-IN" sz="1800" dirty="0"/>
          </a:p>
        </p:txBody>
      </p:sp>
      <p:pic>
        <p:nvPicPr>
          <p:cNvPr id="7" name="Picture 6">
            <a:extLst>
              <a:ext uri="{FF2B5EF4-FFF2-40B4-BE49-F238E27FC236}">
                <a16:creationId xmlns:a16="http://schemas.microsoft.com/office/drawing/2014/main" id="{7C16D7EA-60F3-4F2A-8792-9F91E446A288}"/>
              </a:ext>
            </a:extLst>
          </p:cNvPr>
          <p:cNvPicPr>
            <a:picLocks noChangeAspect="1"/>
          </p:cNvPicPr>
          <p:nvPr/>
        </p:nvPicPr>
        <p:blipFill>
          <a:blip r:embed="rId2"/>
          <a:stretch>
            <a:fillRect/>
          </a:stretch>
        </p:blipFill>
        <p:spPr>
          <a:xfrm>
            <a:off x="2076225" y="4405294"/>
            <a:ext cx="3219899" cy="257211"/>
          </a:xfrm>
          <a:prstGeom prst="rect">
            <a:avLst/>
          </a:prstGeom>
        </p:spPr>
      </p:pic>
    </p:spTree>
    <p:extLst>
      <p:ext uri="{BB962C8B-B14F-4D97-AF65-F5344CB8AC3E}">
        <p14:creationId xmlns:p14="http://schemas.microsoft.com/office/powerpoint/2010/main" val="18557897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4CFD6CB-8C94-43F4-BEA3-28578A55BCED}"/>
              </a:ext>
            </a:extLst>
          </p:cNvPr>
          <p:cNvSpPr>
            <a:spLocks noGrp="1"/>
          </p:cNvSpPr>
          <p:nvPr>
            <p:ph type="title"/>
          </p:nvPr>
        </p:nvSpPr>
        <p:spPr/>
        <p:txBody>
          <a:bodyPr/>
          <a:lstStyle/>
          <a:p>
            <a:r>
              <a:rPr lang="en-US" dirty="0"/>
              <a:t>Model 4 - Lagged WALR and Inflation (Price Transmission Model) </a:t>
            </a:r>
            <a:endParaRPr lang="en-IN" dirty="0"/>
          </a:p>
        </p:txBody>
      </p:sp>
      <p:sp>
        <p:nvSpPr>
          <p:cNvPr id="4" name="Text Placeholder 3">
            <a:extLst>
              <a:ext uri="{FF2B5EF4-FFF2-40B4-BE49-F238E27FC236}">
                <a16:creationId xmlns:a16="http://schemas.microsoft.com/office/drawing/2014/main" id="{7A6DB1AE-485C-4671-8654-42A86CC83FAA}"/>
              </a:ext>
            </a:extLst>
          </p:cNvPr>
          <p:cNvSpPr>
            <a:spLocks noGrp="1"/>
          </p:cNvSpPr>
          <p:nvPr>
            <p:ph type="body" idx="1"/>
          </p:nvPr>
        </p:nvSpPr>
        <p:spPr/>
        <p:txBody>
          <a:bodyPr/>
          <a:lstStyle/>
          <a:p>
            <a:r>
              <a:rPr lang="en-US" sz="1800" dirty="0"/>
              <a:t>This model examines the final stage of the transmission mechanism by analyzing the impact of lending rates on inflation. </a:t>
            </a:r>
          </a:p>
          <a:p>
            <a:endParaRPr lang="en-US" sz="1800" dirty="0"/>
          </a:p>
          <a:p>
            <a:r>
              <a:rPr lang="en-US" sz="1800" dirty="0"/>
              <a:t>Inflation is the dependent variable, while lagged WALR captures borrowing costs faced by households and firms in the previous period.</a:t>
            </a:r>
          </a:p>
          <a:p>
            <a:r>
              <a:rPr lang="en-US" sz="1800" dirty="0"/>
              <a:t>A negative and statistically significant δ1 supports the theoretical prediction that higher lending rates reduce inflation by curbing aggregate demand. </a:t>
            </a:r>
          </a:p>
          <a:p>
            <a:r>
              <a:rPr lang="en-US" sz="1800" dirty="0"/>
              <a:t>Although the explanatory power of this model is relatively modest, this is expected in an economy where inflation is influenced by multiple non-monetary factors.</a:t>
            </a:r>
          </a:p>
          <a:p>
            <a:pPr marL="237061" indent="0">
              <a:buNone/>
            </a:pPr>
            <a:r>
              <a:rPr lang="en-US" sz="1800" b="1" dirty="0"/>
              <a:t>Null Hypothesis (H₀₄): </a:t>
            </a:r>
          </a:p>
          <a:p>
            <a:pPr marL="237061" indent="0">
              <a:buNone/>
            </a:pPr>
            <a:r>
              <a:rPr lang="en-US" sz="1800" dirty="0"/>
              <a:t>Lagged Weighted Average Lending Rate has no significant effect on inflation.</a:t>
            </a:r>
          </a:p>
          <a:p>
            <a:pPr marL="237061" indent="0">
              <a:buNone/>
            </a:pPr>
            <a:endParaRPr lang="en-US" sz="1800" dirty="0"/>
          </a:p>
          <a:p>
            <a:pPr marL="237061" indent="0">
              <a:buNone/>
            </a:pPr>
            <a:r>
              <a:rPr lang="en-US" sz="1800" b="1" dirty="0"/>
              <a:t>Alternative Hypothesis (H₁₄): </a:t>
            </a:r>
          </a:p>
          <a:p>
            <a:pPr marL="237061" indent="0">
              <a:buNone/>
            </a:pPr>
            <a:r>
              <a:rPr lang="en-US" sz="1800" dirty="0"/>
              <a:t>Lagged Weighted Average Lending Rate has a significant effect on inflation.</a:t>
            </a:r>
            <a:endParaRPr lang="en-IN" sz="1800" dirty="0"/>
          </a:p>
        </p:txBody>
      </p:sp>
      <p:sp>
        <p:nvSpPr>
          <p:cNvPr id="2" name="Slide Number Placeholder 1">
            <a:extLst>
              <a:ext uri="{FF2B5EF4-FFF2-40B4-BE49-F238E27FC236}">
                <a16:creationId xmlns:a16="http://schemas.microsoft.com/office/drawing/2014/main" id="{15E50020-BAAE-402B-A2F5-A785A94771B0}"/>
              </a:ext>
            </a:extLst>
          </p:cNvPr>
          <p:cNvSpPr>
            <a:spLocks noGrp="1"/>
          </p:cNvSpPr>
          <p:nvPr>
            <p:ph type="sldNum" idx="4294967295"/>
          </p:nvPr>
        </p:nvSpPr>
        <p:spPr>
          <a:xfrm>
            <a:off x="0" y="6137275"/>
            <a:ext cx="730250" cy="444500"/>
          </a:xfrm>
          <a:prstGeom prst="rect">
            <a:avLst/>
          </a:prstGeom>
        </p:spPr>
        <p:txBody>
          <a:bodyPr/>
          <a:lstStyle/>
          <a:p>
            <a:fld id="{00000000-1234-1234-1234-123412341234}" type="slidenum">
              <a:rPr lang="en" smtClean="0"/>
              <a:pPr/>
              <a:t>23</a:t>
            </a:fld>
            <a:endParaRPr lang="en"/>
          </a:p>
        </p:txBody>
      </p:sp>
      <p:pic>
        <p:nvPicPr>
          <p:cNvPr id="6" name="Picture 5">
            <a:extLst>
              <a:ext uri="{FF2B5EF4-FFF2-40B4-BE49-F238E27FC236}">
                <a16:creationId xmlns:a16="http://schemas.microsoft.com/office/drawing/2014/main" id="{1F0C8F39-1974-41A1-AD72-6D847DF18E8D}"/>
              </a:ext>
            </a:extLst>
          </p:cNvPr>
          <p:cNvPicPr>
            <a:picLocks noChangeAspect="1"/>
          </p:cNvPicPr>
          <p:nvPr/>
        </p:nvPicPr>
        <p:blipFill>
          <a:blip r:embed="rId2"/>
          <a:stretch>
            <a:fillRect/>
          </a:stretch>
        </p:blipFill>
        <p:spPr>
          <a:xfrm>
            <a:off x="4128785" y="2276664"/>
            <a:ext cx="3786490" cy="316235"/>
          </a:xfrm>
          <a:prstGeom prst="rect">
            <a:avLst/>
          </a:prstGeom>
        </p:spPr>
      </p:pic>
      <p:pic>
        <p:nvPicPr>
          <p:cNvPr id="8" name="Picture 7">
            <a:extLst>
              <a:ext uri="{FF2B5EF4-FFF2-40B4-BE49-F238E27FC236}">
                <a16:creationId xmlns:a16="http://schemas.microsoft.com/office/drawing/2014/main" id="{4E99925F-1020-4985-A87A-AFE1609CE151}"/>
              </a:ext>
            </a:extLst>
          </p:cNvPr>
          <p:cNvPicPr>
            <a:picLocks noChangeAspect="1"/>
          </p:cNvPicPr>
          <p:nvPr/>
        </p:nvPicPr>
        <p:blipFill>
          <a:blip r:embed="rId3"/>
          <a:stretch>
            <a:fillRect/>
          </a:stretch>
        </p:blipFill>
        <p:spPr>
          <a:xfrm>
            <a:off x="4443412" y="5314922"/>
            <a:ext cx="1057275" cy="333876"/>
          </a:xfrm>
          <a:prstGeom prst="rect">
            <a:avLst/>
          </a:prstGeom>
        </p:spPr>
      </p:pic>
      <p:pic>
        <p:nvPicPr>
          <p:cNvPr id="10" name="Picture 9">
            <a:extLst>
              <a:ext uri="{FF2B5EF4-FFF2-40B4-BE49-F238E27FC236}">
                <a16:creationId xmlns:a16="http://schemas.microsoft.com/office/drawing/2014/main" id="{B7394EE9-6EBC-4C7A-8740-6C6655119A02}"/>
              </a:ext>
            </a:extLst>
          </p:cNvPr>
          <p:cNvPicPr>
            <a:picLocks noChangeAspect="1"/>
          </p:cNvPicPr>
          <p:nvPr/>
        </p:nvPicPr>
        <p:blipFill>
          <a:blip r:embed="rId4"/>
          <a:stretch>
            <a:fillRect/>
          </a:stretch>
        </p:blipFill>
        <p:spPr>
          <a:xfrm>
            <a:off x="4443412" y="6192489"/>
            <a:ext cx="1310115" cy="316235"/>
          </a:xfrm>
          <a:prstGeom prst="rect">
            <a:avLst/>
          </a:prstGeom>
        </p:spPr>
      </p:pic>
    </p:spTree>
    <p:extLst>
      <p:ext uri="{BB962C8B-B14F-4D97-AF65-F5344CB8AC3E}">
        <p14:creationId xmlns:p14="http://schemas.microsoft.com/office/powerpoint/2010/main" val="28626175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37B165BF-90C0-4DAB-94F4-9CF15EFE335D}"/>
              </a:ext>
            </a:extLst>
          </p:cNvPr>
          <p:cNvSpPr>
            <a:spLocks noGrp="1"/>
          </p:cNvSpPr>
          <p:nvPr>
            <p:ph type="pic" idx="2"/>
          </p:nvPr>
        </p:nvSpPr>
        <p:spPr>
          <a:xfrm>
            <a:off x="0" y="-76200"/>
            <a:ext cx="12192000" cy="6858000"/>
          </a:xfrm>
        </p:spPr>
      </p:sp>
      <p:sp>
        <p:nvSpPr>
          <p:cNvPr id="3" name="Title 2">
            <a:extLst>
              <a:ext uri="{FF2B5EF4-FFF2-40B4-BE49-F238E27FC236}">
                <a16:creationId xmlns:a16="http://schemas.microsoft.com/office/drawing/2014/main" id="{24BD559E-7F4B-4B2D-8EE2-3811DEBE2304}"/>
              </a:ext>
            </a:extLst>
          </p:cNvPr>
          <p:cNvSpPr>
            <a:spLocks noGrp="1"/>
          </p:cNvSpPr>
          <p:nvPr>
            <p:ph type="title"/>
          </p:nvPr>
        </p:nvSpPr>
        <p:spPr>
          <a:xfrm>
            <a:off x="959999" y="5648325"/>
            <a:ext cx="10117575" cy="496442"/>
          </a:xfrm>
        </p:spPr>
        <p:txBody>
          <a:bodyPr/>
          <a:lstStyle/>
          <a:p>
            <a:r>
              <a:rPr lang="en-IN" dirty="0"/>
              <a:t>Graph Showing Correlation between WALR(t-1) and CPI</a:t>
            </a:r>
          </a:p>
        </p:txBody>
      </p:sp>
      <p:pic>
        <p:nvPicPr>
          <p:cNvPr id="5" name="Picture 4">
            <a:extLst>
              <a:ext uri="{FF2B5EF4-FFF2-40B4-BE49-F238E27FC236}">
                <a16:creationId xmlns:a16="http://schemas.microsoft.com/office/drawing/2014/main" id="{73826465-690B-489C-9DBA-F8FFB0023F0B}"/>
              </a:ext>
            </a:extLst>
          </p:cNvPr>
          <p:cNvPicPr>
            <a:picLocks noChangeAspect="1"/>
          </p:cNvPicPr>
          <p:nvPr/>
        </p:nvPicPr>
        <p:blipFill>
          <a:blip r:embed="rId2"/>
          <a:stretch>
            <a:fillRect/>
          </a:stretch>
        </p:blipFill>
        <p:spPr>
          <a:xfrm>
            <a:off x="1404372" y="422305"/>
            <a:ext cx="8673078" cy="5156966"/>
          </a:xfrm>
          <a:prstGeom prst="rect">
            <a:avLst/>
          </a:prstGeom>
        </p:spPr>
      </p:pic>
    </p:spTree>
    <p:extLst>
      <p:ext uri="{BB962C8B-B14F-4D97-AF65-F5344CB8AC3E}">
        <p14:creationId xmlns:p14="http://schemas.microsoft.com/office/powerpoint/2010/main" val="1447095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2F726277-8D5F-409A-B280-3A0EFAED032A}"/>
              </a:ext>
            </a:extLst>
          </p:cNvPr>
          <p:cNvSpPr>
            <a:spLocks noGrp="1"/>
          </p:cNvSpPr>
          <p:nvPr>
            <p:ph type="pic" idx="2"/>
          </p:nvPr>
        </p:nvSpPr>
        <p:spPr/>
      </p:sp>
      <p:sp>
        <p:nvSpPr>
          <p:cNvPr id="7" name="Title 6">
            <a:extLst>
              <a:ext uri="{FF2B5EF4-FFF2-40B4-BE49-F238E27FC236}">
                <a16:creationId xmlns:a16="http://schemas.microsoft.com/office/drawing/2014/main" id="{3BFF7175-44F8-4FFE-AC9B-F39632E75C61}"/>
              </a:ext>
            </a:extLst>
          </p:cNvPr>
          <p:cNvSpPr>
            <a:spLocks noGrp="1"/>
          </p:cNvSpPr>
          <p:nvPr>
            <p:ph type="title"/>
          </p:nvPr>
        </p:nvSpPr>
        <p:spPr/>
        <p:txBody>
          <a:bodyPr/>
          <a:lstStyle/>
          <a:p>
            <a:r>
              <a:rPr lang="en-IN" dirty="0"/>
              <a:t>ANOVA and Regression Analysis</a:t>
            </a:r>
          </a:p>
        </p:txBody>
      </p:sp>
      <p:sp>
        <p:nvSpPr>
          <p:cNvPr id="2" name="Slide Number Placeholder 1">
            <a:extLst>
              <a:ext uri="{FF2B5EF4-FFF2-40B4-BE49-F238E27FC236}">
                <a16:creationId xmlns:a16="http://schemas.microsoft.com/office/drawing/2014/main" id="{D414A570-2072-4542-9730-6FC2D35F147F}"/>
              </a:ext>
            </a:extLst>
          </p:cNvPr>
          <p:cNvSpPr>
            <a:spLocks noGrp="1"/>
          </p:cNvSpPr>
          <p:nvPr>
            <p:ph type="sldNum" idx="4294967295"/>
          </p:nvPr>
        </p:nvSpPr>
        <p:spPr>
          <a:xfrm>
            <a:off x="0" y="6137275"/>
            <a:ext cx="730250" cy="444500"/>
          </a:xfrm>
          <a:prstGeom prst="rect">
            <a:avLst/>
          </a:prstGeom>
        </p:spPr>
        <p:txBody>
          <a:bodyPr/>
          <a:lstStyle/>
          <a:p>
            <a:fld id="{00000000-1234-1234-1234-123412341234}" type="slidenum">
              <a:rPr lang="en" smtClean="0"/>
              <a:pPr/>
              <a:t>25</a:t>
            </a:fld>
            <a:endParaRPr lang="en"/>
          </a:p>
        </p:txBody>
      </p:sp>
      <p:pic>
        <p:nvPicPr>
          <p:cNvPr id="6" name="Picture 5">
            <a:extLst>
              <a:ext uri="{FF2B5EF4-FFF2-40B4-BE49-F238E27FC236}">
                <a16:creationId xmlns:a16="http://schemas.microsoft.com/office/drawing/2014/main" id="{71C37B6C-8629-4523-818B-F50EA19D6D88}"/>
              </a:ext>
            </a:extLst>
          </p:cNvPr>
          <p:cNvPicPr>
            <a:picLocks noChangeAspect="1"/>
          </p:cNvPicPr>
          <p:nvPr/>
        </p:nvPicPr>
        <p:blipFill>
          <a:blip r:embed="rId2"/>
          <a:stretch>
            <a:fillRect/>
          </a:stretch>
        </p:blipFill>
        <p:spPr>
          <a:xfrm>
            <a:off x="950967" y="366292"/>
            <a:ext cx="10126608" cy="5110736"/>
          </a:xfrm>
          <a:prstGeom prst="rect">
            <a:avLst/>
          </a:prstGeom>
          <a:ln w="19050">
            <a:solidFill>
              <a:schemeClr val="bg1">
                <a:lumMod val="10000"/>
              </a:schemeClr>
            </a:solidFill>
          </a:ln>
        </p:spPr>
      </p:pic>
    </p:spTree>
    <p:extLst>
      <p:ext uri="{BB962C8B-B14F-4D97-AF65-F5344CB8AC3E}">
        <p14:creationId xmlns:p14="http://schemas.microsoft.com/office/powerpoint/2010/main" val="12293041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6B331-1F8F-4886-AB2D-34865AABFF34}"/>
              </a:ext>
            </a:extLst>
          </p:cNvPr>
          <p:cNvSpPr>
            <a:spLocks noGrp="1"/>
          </p:cNvSpPr>
          <p:nvPr>
            <p:ph type="title"/>
          </p:nvPr>
        </p:nvSpPr>
        <p:spPr/>
        <p:txBody>
          <a:bodyPr/>
          <a:lstStyle/>
          <a:p>
            <a:r>
              <a:rPr lang="en-IN" dirty="0"/>
              <a:t>Key Points and Findings</a:t>
            </a:r>
          </a:p>
        </p:txBody>
      </p:sp>
      <p:sp>
        <p:nvSpPr>
          <p:cNvPr id="5" name="Text Placeholder 4">
            <a:extLst>
              <a:ext uri="{FF2B5EF4-FFF2-40B4-BE49-F238E27FC236}">
                <a16:creationId xmlns:a16="http://schemas.microsoft.com/office/drawing/2014/main" id="{E94CA852-7FEB-4EB3-BFBB-2B8F0999C5CF}"/>
              </a:ext>
            </a:extLst>
          </p:cNvPr>
          <p:cNvSpPr>
            <a:spLocks noGrp="1"/>
          </p:cNvSpPr>
          <p:nvPr>
            <p:ph type="body" idx="1"/>
          </p:nvPr>
        </p:nvSpPr>
        <p:spPr/>
        <p:txBody>
          <a:bodyPr/>
          <a:lstStyle/>
          <a:p>
            <a:r>
              <a:rPr lang="en-US" sz="1800" dirty="0"/>
              <a:t>The F-statistic (16.12) with a Significance F of 0.00010 indicates that the model is </a:t>
            </a:r>
            <a:r>
              <a:rPr lang="en-US" sz="1800" b="1" dirty="0"/>
              <a:t>statistically significant.</a:t>
            </a:r>
          </a:p>
          <a:p>
            <a:r>
              <a:rPr lang="en-US" sz="1800" dirty="0"/>
              <a:t>The R² value of 0.112 suggests that approximately </a:t>
            </a:r>
            <a:r>
              <a:rPr lang="en-US" sz="1800" b="1" dirty="0"/>
              <a:t>11.2%</a:t>
            </a:r>
            <a:r>
              <a:rPr lang="en-US" sz="1800" dirty="0"/>
              <a:t> of the variation in inflation is explained by changes in WALR in the previous period.</a:t>
            </a:r>
            <a:endParaRPr lang="en-US" sz="2000" dirty="0"/>
          </a:p>
          <a:p>
            <a:r>
              <a:rPr lang="en-US" sz="1800" dirty="0"/>
              <a:t>The coefficient on WALRₜ₋₁ is –0.397, which is statistically significant at the 1% level. </a:t>
            </a:r>
          </a:p>
          <a:p>
            <a:r>
              <a:rPr lang="en-US" sz="1800" dirty="0"/>
              <a:t>This implies that a 1 percentage point </a:t>
            </a:r>
            <a:r>
              <a:rPr lang="en-US" sz="1800" b="1" dirty="0"/>
              <a:t>increase</a:t>
            </a:r>
            <a:r>
              <a:rPr lang="en-US" sz="1800" dirty="0"/>
              <a:t> in lending rates in the previous period </a:t>
            </a:r>
            <a:r>
              <a:rPr lang="en-US" sz="1800" b="1" dirty="0"/>
              <a:t>reduces</a:t>
            </a:r>
            <a:r>
              <a:rPr lang="en-US" sz="1800" dirty="0"/>
              <a:t> inflation by about 0.40 percentage points in the current period.</a:t>
            </a:r>
          </a:p>
          <a:p>
            <a:r>
              <a:rPr lang="en-US" sz="1800" dirty="0"/>
              <a:t>The t-statistic (–4.02) and p-value (0.00010) strongly reject the null hypothesis that the coefficient on WALRₜ₋₁ is zero.</a:t>
            </a:r>
          </a:p>
          <a:p>
            <a:r>
              <a:rPr lang="en-US" sz="1800" dirty="0"/>
              <a:t>The significance of WALRₜ₋₁ (rather than WALRₜ) suggests that monetary policy affects inflation with a time lag. </a:t>
            </a:r>
          </a:p>
          <a:p>
            <a:r>
              <a:rPr lang="en-US" sz="1800" dirty="0"/>
              <a:t>This aligns with monetary theory, which predicts that interest rate changes influence inflation gradually through consumption and investment channels.</a:t>
            </a:r>
          </a:p>
          <a:p>
            <a:endParaRPr lang="en-IN" sz="1800" dirty="0"/>
          </a:p>
        </p:txBody>
      </p:sp>
    </p:spTree>
    <p:extLst>
      <p:ext uri="{BB962C8B-B14F-4D97-AF65-F5344CB8AC3E}">
        <p14:creationId xmlns:p14="http://schemas.microsoft.com/office/powerpoint/2010/main" val="35418038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6AECBF8-803D-4B33-88CD-F8AF0B98B1CA}"/>
              </a:ext>
            </a:extLst>
          </p:cNvPr>
          <p:cNvSpPr>
            <a:spLocks noGrp="1"/>
          </p:cNvSpPr>
          <p:nvPr>
            <p:ph type="title"/>
          </p:nvPr>
        </p:nvSpPr>
        <p:spPr/>
        <p:txBody>
          <a:bodyPr/>
          <a:lstStyle/>
          <a:p>
            <a:r>
              <a:rPr lang="en-IN" dirty="0"/>
              <a:t>Key Points and Findings</a:t>
            </a:r>
          </a:p>
        </p:txBody>
      </p:sp>
      <p:sp>
        <p:nvSpPr>
          <p:cNvPr id="4" name="Text Placeholder 3">
            <a:extLst>
              <a:ext uri="{FF2B5EF4-FFF2-40B4-BE49-F238E27FC236}">
                <a16:creationId xmlns:a16="http://schemas.microsoft.com/office/drawing/2014/main" id="{49FF9AEC-5098-49EE-B879-BD59872C6C64}"/>
              </a:ext>
            </a:extLst>
          </p:cNvPr>
          <p:cNvSpPr>
            <a:spLocks noGrp="1"/>
          </p:cNvSpPr>
          <p:nvPr>
            <p:ph type="body" idx="1"/>
          </p:nvPr>
        </p:nvSpPr>
        <p:spPr/>
        <p:txBody>
          <a:bodyPr/>
          <a:lstStyle/>
          <a:p>
            <a:r>
              <a:rPr lang="en-US" sz="1800" dirty="0"/>
              <a:t>Role of Non-Monetary Factors  The low R² highlights that inflation in India is influenced by several non-monetary factors such as: </a:t>
            </a:r>
          </a:p>
          <a:p>
            <a:pPr lvl="1"/>
            <a:r>
              <a:rPr lang="en-US" sz="1800" dirty="0"/>
              <a:t>Supply-side shocks (food and fuel prices) </a:t>
            </a:r>
          </a:p>
          <a:p>
            <a:pPr lvl="1"/>
            <a:r>
              <a:rPr lang="en-US" sz="1800" dirty="0"/>
              <a:t>Global commodity prices </a:t>
            </a:r>
          </a:p>
          <a:p>
            <a:pPr lvl="1"/>
            <a:r>
              <a:rPr lang="en-US" sz="1800" dirty="0"/>
              <a:t>Fiscal policy and administered prices </a:t>
            </a:r>
          </a:p>
          <a:p>
            <a:pPr lvl="1"/>
            <a:r>
              <a:rPr lang="en-US" sz="1800" dirty="0"/>
              <a:t>Lending rates form only one component of the broader inflation process.</a:t>
            </a:r>
          </a:p>
          <a:p>
            <a:r>
              <a:rPr lang="en-US" sz="1800" dirty="0"/>
              <a:t>The results indicate that </a:t>
            </a:r>
            <a:r>
              <a:rPr lang="en-US" sz="1800" b="1" dirty="0"/>
              <a:t>tightening</a:t>
            </a:r>
            <a:r>
              <a:rPr lang="en-US" sz="1800" dirty="0"/>
              <a:t> lending conditions can help moderate inflation, but interest rate policy alone is insufficient to fully control inflation.</a:t>
            </a:r>
          </a:p>
          <a:p>
            <a:endParaRPr lang="en-US" sz="1800" dirty="0"/>
          </a:p>
          <a:p>
            <a:r>
              <a:rPr lang="en-US" sz="1800" dirty="0"/>
              <a:t>Coordinated policy measures addressing supply constraints are necessary for effective inflation management.</a:t>
            </a:r>
          </a:p>
          <a:p>
            <a:r>
              <a:rPr lang="en-US" sz="1800" dirty="0"/>
              <a:t>Combined with earlier results, this model completes the transmission mechanism: </a:t>
            </a:r>
            <a:r>
              <a:rPr lang="en-US" sz="1800" b="1" dirty="0"/>
              <a:t>Repo Rate → WALR → Inflation </a:t>
            </a:r>
            <a:endParaRPr lang="en-IN" sz="1800" b="1" dirty="0"/>
          </a:p>
        </p:txBody>
      </p:sp>
      <p:sp>
        <p:nvSpPr>
          <p:cNvPr id="2" name="Slide Number Placeholder 1">
            <a:extLst>
              <a:ext uri="{FF2B5EF4-FFF2-40B4-BE49-F238E27FC236}">
                <a16:creationId xmlns:a16="http://schemas.microsoft.com/office/drawing/2014/main" id="{64047347-8463-41E3-8031-A46538C3AD7E}"/>
              </a:ext>
            </a:extLst>
          </p:cNvPr>
          <p:cNvSpPr>
            <a:spLocks noGrp="1"/>
          </p:cNvSpPr>
          <p:nvPr>
            <p:ph type="sldNum" idx="4294967295"/>
          </p:nvPr>
        </p:nvSpPr>
        <p:spPr>
          <a:xfrm>
            <a:off x="0" y="6137275"/>
            <a:ext cx="730250" cy="444500"/>
          </a:xfrm>
          <a:prstGeom prst="rect">
            <a:avLst/>
          </a:prstGeom>
        </p:spPr>
        <p:txBody>
          <a:bodyPr/>
          <a:lstStyle/>
          <a:p>
            <a:fld id="{00000000-1234-1234-1234-123412341234}" type="slidenum">
              <a:rPr lang="en" smtClean="0"/>
              <a:pPr/>
              <a:t>27</a:t>
            </a:fld>
            <a:endParaRPr lang="en"/>
          </a:p>
        </p:txBody>
      </p:sp>
    </p:spTree>
    <p:extLst>
      <p:ext uri="{BB962C8B-B14F-4D97-AF65-F5344CB8AC3E}">
        <p14:creationId xmlns:p14="http://schemas.microsoft.com/office/powerpoint/2010/main" val="13849546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2235726-0975-4623-A1C8-68E32C95D4D7}"/>
              </a:ext>
            </a:extLst>
          </p:cNvPr>
          <p:cNvSpPr>
            <a:spLocks noGrp="1"/>
          </p:cNvSpPr>
          <p:nvPr>
            <p:ph type="title"/>
          </p:nvPr>
        </p:nvSpPr>
        <p:spPr>
          <a:xfrm>
            <a:off x="960000" y="727838"/>
            <a:ext cx="7793600" cy="763600"/>
          </a:xfrm>
        </p:spPr>
        <p:txBody>
          <a:bodyPr/>
          <a:lstStyle/>
          <a:p>
            <a:r>
              <a:rPr lang="en-IN" dirty="0"/>
              <a:t>Limitations of the Study</a:t>
            </a:r>
          </a:p>
        </p:txBody>
      </p:sp>
      <p:sp>
        <p:nvSpPr>
          <p:cNvPr id="6" name="Subtitle 5">
            <a:extLst>
              <a:ext uri="{FF2B5EF4-FFF2-40B4-BE49-F238E27FC236}">
                <a16:creationId xmlns:a16="http://schemas.microsoft.com/office/drawing/2014/main" id="{1F76FBF3-DD3F-440B-8FF5-7BEB5600B332}"/>
              </a:ext>
            </a:extLst>
          </p:cNvPr>
          <p:cNvSpPr>
            <a:spLocks noGrp="1"/>
          </p:cNvSpPr>
          <p:nvPr>
            <p:ph type="subTitle" idx="1"/>
          </p:nvPr>
        </p:nvSpPr>
        <p:spPr>
          <a:xfrm>
            <a:off x="960000" y="1796333"/>
            <a:ext cx="10355700" cy="4231200"/>
          </a:xfrm>
        </p:spPr>
        <p:txBody>
          <a:bodyPr/>
          <a:lstStyle/>
          <a:p>
            <a:pPr marL="482600" indent="-342900">
              <a:buFont typeface="+mj-lt"/>
              <a:buAutoNum type="arabicPeriod"/>
            </a:pPr>
            <a:r>
              <a:rPr lang="en-US" sz="1800" dirty="0"/>
              <a:t>The study considers only a </a:t>
            </a:r>
            <a:r>
              <a:rPr lang="en-US" sz="1800" b="1" dirty="0"/>
              <a:t>limited number of variables</a:t>
            </a:r>
            <a:r>
              <a:rPr lang="en-US" sz="1800" dirty="0"/>
              <a:t>—repo rate, Weighted Average Lending Rate (WALR), and inflation—while other macroeconomic factors such as exchange rate, money supply, fiscal policy, and global commodity prices are excluded. </a:t>
            </a:r>
          </a:p>
          <a:p>
            <a:pPr marL="482600" indent="-342900">
              <a:buFont typeface="+mj-lt"/>
              <a:buAutoNum type="arabicPeriod"/>
            </a:pPr>
            <a:r>
              <a:rPr lang="en-US" sz="1800" dirty="0"/>
              <a:t>The analysis is based on </a:t>
            </a:r>
            <a:r>
              <a:rPr lang="en-US" sz="1800" b="1" dirty="0"/>
              <a:t>aggregate monthly data</a:t>
            </a:r>
            <a:r>
              <a:rPr lang="en-US" sz="1800" dirty="0"/>
              <a:t>, which may conceal sector-wise or bank-wise differences in interest rate pass-through </a:t>
            </a:r>
            <a:r>
              <a:rPr lang="en-US" sz="1800" dirty="0" err="1"/>
              <a:t>behaviour</a:t>
            </a:r>
            <a:r>
              <a:rPr lang="en-US" sz="1800" dirty="0"/>
              <a:t>. </a:t>
            </a:r>
          </a:p>
          <a:p>
            <a:pPr marL="482600" indent="-342900">
              <a:buFont typeface="+mj-lt"/>
              <a:buAutoNum type="arabicPeriod"/>
            </a:pPr>
            <a:r>
              <a:rPr lang="en-US" sz="1800" dirty="0"/>
              <a:t>The regression models used are </a:t>
            </a:r>
            <a:r>
              <a:rPr lang="en-US" sz="1800" b="1" dirty="0"/>
              <a:t>linear in nature</a:t>
            </a:r>
            <a:r>
              <a:rPr lang="en-US" sz="1800" dirty="0"/>
              <a:t>, which limits the ability to capture non linear or asymmetric responses of lending rates and inflation to policy changes. </a:t>
            </a:r>
          </a:p>
          <a:p>
            <a:pPr marL="482600" indent="-342900">
              <a:buFont typeface="+mj-lt"/>
              <a:buAutoNum type="arabicPeriod"/>
            </a:pPr>
            <a:r>
              <a:rPr lang="en-US" sz="1800" dirty="0"/>
              <a:t>Possible </a:t>
            </a:r>
            <a:r>
              <a:rPr lang="en-US" sz="1800" b="1" dirty="0"/>
              <a:t>structural breaks </a:t>
            </a:r>
            <a:r>
              <a:rPr lang="en-US" sz="1800" dirty="0"/>
              <a:t>arising from major economic events (such as policy regime shifts or the COVID-19 pandemic) are not explicitly modeled. </a:t>
            </a:r>
          </a:p>
          <a:p>
            <a:pPr marL="482600" indent="-342900">
              <a:buFont typeface="+mj-lt"/>
              <a:buAutoNum type="arabicPeriod"/>
            </a:pPr>
            <a:r>
              <a:rPr lang="en-US" sz="1800" dirty="0"/>
              <a:t>The forecasting exercise is restricted to a </a:t>
            </a:r>
            <a:r>
              <a:rPr lang="en-US" sz="1800" b="1" dirty="0"/>
              <a:t>short time horizon</a:t>
            </a:r>
            <a:r>
              <a:rPr lang="en-US" sz="1800" dirty="0"/>
              <a:t> due to the unavailability of future values of explanatory variables.</a:t>
            </a:r>
            <a:endParaRPr lang="en-IN" sz="1800" dirty="0"/>
          </a:p>
        </p:txBody>
      </p:sp>
      <p:sp>
        <p:nvSpPr>
          <p:cNvPr id="2" name="Slide Number Placeholder 1">
            <a:extLst>
              <a:ext uri="{FF2B5EF4-FFF2-40B4-BE49-F238E27FC236}">
                <a16:creationId xmlns:a16="http://schemas.microsoft.com/office/drawing/2014/main" id="{8DCEFE91-C485-4A77-9EDA-E77CB4D7117F}"/>
              </a:ext>
            </a:extLst>
          </p:cNvPr>
          <p:cNvSpPr>
            <a:spLocks noGrp="1"/>
          </p:cNvSpPr>
          <p:nvPr>
            <p:ph type="sldNum" idx="4294967295"/>
          </p:nvPr>
        </p:nvSpPr>
        <p:spPr>
          <a:xfrm>
            <a:off x="0" y="6137275"/>
            <a:ext cx="730250" cy="444500"/>
          </a:xfrm>
          <a:prstGeom prst="rect">
            <a:avLst/>
          </a:prstGeom>
        </p:spPr>
        <p:txBody>
          <a:bodyPr/>
          <a:lstStyle/>
          <a:p>
            <a:fld id="{00000000-1234-1234-1234-123412341234}" type="slidenum">
              <a:rPr lang="en" smtClean="0"/>
              <a:pPr/>
              <a:t>28</a:t>
            </a:fld>
            <a:endParaRPr lang="en"/>
          </a:p>
        </p:txBody>
      </p:sp>
    </p:spTree>
    <p:extLst>
      <p:ext uri="{BB962C8B-B14F-4D97-AF65-F5344CB8AC3E}">
        <p14:creationId xmlns:p14="http://schemas.microsoft.com/office/powerpoint/2010/main" val="16268832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B9A2A4B-0E40-46EA-B484-E1B1BD064DC8}"/>
              </a:ext>
            </a:extLst>
          </p:cNvPr>
          <p:cNvSpPr>
            <a:spLocks noGrp="1"/>
          </p:cNvSpPr>
          <p:nvPr>
            <p:ph type="title"/>
          </p:nvPr>
        </p:nvSpPr>
        <p:spPr>
          <a:xfrm>
            <a:off x="959999" y="754731"/>
            <a:ext cx="7793600" cy="763600"/>
          </a:xfrm>
        </p:spPr>
        <p:txBody>
          <a:bodyPr/>
          <a:lstStyle/>
          <a:p>
            <a:r>
              <a:rPr lang="en-IN" dirty="0"/>
              <a:t>CONCLUSION	</a:t>
            </a:r>
          </a:p>
        </p:txBody>
      </p:sp>
      <p:sp>
        <p:nvSpPr>
          <p:cNvPr id="4" name="Subtitle 3">
            <a:extLst>
              <a:ext uri="{FF2B5EF4-FFF2-40B4-BE49-F238E27FC236}">
                <a16:creationId xmlns:a16="http://schemas.microsoft.com/office/drawing/2014/main" id="{84EEEA73-80B7-43F9-B000-B58DE83C4564}"/>
              </a:ext>
            </a:extLst>
          </p:cNvPr>
          <p:cNvSpPr>
            <a:spLocks noGrp="1"/>
          </p:cNvSpPr>
          <p:nvPr>
            <p:ph type="subTitle" idx="1"/>
          </p:nvPr>
        </p:nvSpPr>
        <p:spPr>
          <a:xfrm>
            <a:off x="959999" y="1796333"/>
            <a:ext cx="9946125" cy="4231200"/>
          </a:xfrm>
        </p:spPr>
        <p:txBody>
          <a:bodyPr/>
          <a:lstStyle/>
          <a:p>
            <a:pPr marL="596900" indent="-457200">
              <a:buFont typeface="+mj-lt"/>
              <a:buAutoNum type="arabicPeriod"/>
            </a:pPr>
            <a:r>
              <a:rPr lang="en-US" sz="1800" dirty="0"/>
              <a:t>The study analyzes monetary policy transmission in India using econometric regression and data visualization techniques.</a:t>
            </a:r>
          </a:p>
          <a:p>
            <a:pPr marL="596900" indent="-457200">
              <a:buFont typeface="+mj-lt"/>
              <a:buAutoNum type="arabicPeriod"/>
            </a:pPr>
            <a:r>
              <a:rPr lang="en-US" sz="1800" dirty="0"/>
              <a:t>Results confirm a significant pass-through from the RBI’s repo rate to bank lending rates (WALR).</a:t>
            </a:r>
          </a:p>
          <a:p>
            <a:pPr marL="596900" indent="-457200">
              <a:buFont typeface="+mj-lt"/>
              <a:buAutoNum type="arabicPeriod"/>
            </a:pPr>
            <a:r>
              <a:rPr lang="en-US" sz="1800" dirty="0"/>
              <a:t>Both contemporaneous and lagged effects of the repo rate on lending rates are observed, indicating transmission delays.</a:t>
            </a:r>
          </a:p>
          <a:p>
            <a:pPr marL="596900" indent="-457200">
              <a:buFont typeface="+mj-lt"/>
              <a:buAutoNum type="arabicPeriod"/>
            </a:pPr>
            <a:r>
              <a:rPr lang="en-US" sz="1800" dirty="0"/>
              <a:t>Changes in lending rates are found to impact inflation with a time lag, consistent with economic theory.</a:t>
            </a:r>
          </a:p>
          <a:p>
            <a:pPr marL="596900" indent="-457200">
              <a:buFont typeface="+mj-lt"/>
              <a:buAutoNum type="arabicPeriod"/>
            </a:pPr>
            <a:r>
              <a:rPr lang="en-US" sz="1800" dirty="0"/>
              <a:t>Hypothesis testing supports rejection of the null hypotheses across key regression models.</a:t>
            </a:r>
          </a:p>
          <a:p>
            <a:pPr marL="596900" indent="-457200">
              <a:buFont typeface="+mj-lt"/>
              <a:buAutoNum type="arabicPeriod"/>
            </a:pPr>
            <a:r>
              <a:rPr lang="en-US" sz="1800" dirty="0"/>
              <a:t>The regression models demonstrate satisfactory explanatory power, validating the chosen methodology.</a:t>
            </a:r>
          </a:p>
          <a:p>
            <a:pPr marL="596900" indent="-457200">
              <a:buFont typeface="+mj-lt"/>
              <a:buAutoNum type="arabicPeriod"/>
            </a:pPr>
            <a:r>
              <a:rPr lang="en-US" sz="1800" dirty="0"/>
              <a:t>Data visualization aids in understanding trends, relationships, and dynamic responses.</a:t>
            </a:r>
          </a:p>
          <a:p>
            <a:pPr marL="596900" indent="-457200">
              <a:buFont typeface="+mj-lt"/>
              <a:buAutoNum type="arabicPeriod"/>
            </a:pPr>
            <a:r>
              <a:rPr lang="en-US" sz="1800" dirty="0"/>
              <a:t>Overall, the interest rate channel is shown to be an effective tool of monetary policy in India, though adjustments occur gradually over time.</a:t>
            </a:r>
            <a:endParaRPr lang="en-IN" sz="1800" dirty="0"/>
          </a:p>
        </p:txBody>
      </p:sp>
      <p:sp>
        <p:nvSpPr>
          <p:cNvPr id="2" name="Slide Number Placeholder 1">
            <a:extLst>
              <a:ext uri="{FF2B5EF4-FFF2-40B4-BE49-F238E27FC236}">
                <a16:creationId xmlns:a16="http://schemas.microsoft.com/office/drawing/2014/main" id="{DC5E1547-44F6-48C6-AF8D-0736C8C0B2A0}"/>
              </a:ext>
            </a:extLst>
          </p:cNvPr>
          <p:cNvSpPr>
            <a:spLocks noGrp="1"/>
          </p:cNvSpPr>
          <p:nvPr>
            <p:ph type="sldNum" idx="4294967295"/>
          </p:nvPr>
        </p:nvSpPr>
        <p:spPr>
          <a:xfrm>
            <a:off x="0" y="6137275"/>
            <a:ext cx="730250" cy="444500"/>
          </a:xfrm>
          <a:prstGeom prst="rect">
            <a:avLst/>
          </a:prstGeom>
        </p:spPr>
        <p:txBody>
          <a:bodyPr/>
          <a:lstStyle/>
          <a:p>
            <a:fld id="{00000000-1234-1234-1234-123412341234}" type="slidenum">
              <a:rPr lang="en" smtClean="0"/>
              <a:pPr/>
              <a:t>29</a:t>
            </a:fld>
            <a:endParaRPr lang="en"/>
          </a:p>
        </p:txBody>
      </p:sp>
    </p:spTree>
    <p:extLst>
      <p:ext uri="{BB962C8B-B14F-4D97-AF65-F5344CB8AC3E}">
        <p14:creationId xmlns:p14="http://schemas.microsoft.com/office/powerpoint/2010/main" val="3413404025"/>
      </p:ext>
    </p:extLst>
  </p:cSld>
  <p:clrMapOvr>
    <a:masterClrMapping/>
  </p:clrMapOvr>
</p:sld>
</file>

<file path=ppt/theme/theme1.xml><?xml version="1.0" encoding="utf-8"?>
<a:theme xmlns:a="http://schemas.openxmlformats.org/drawingml/2006/main" name="Cellular Respiration and its Impact on Health Research Thesis Defense by Slidesgo">
  <a:themeElements>
    <a:clrScheme name="Simple Light">
      <a:dk1>
        <a:srgbClr val="0B3550"/>
      </a:dk1>
      <a:lt1>
        <a:srgbClr val="F6F6F6"/>
      </a:lt1>
      <a:dk2>
        <a:srgbClr val="0584A4"/>
      </a:dk2>
      <a:lt2>
        <a:srgbClr val="74CEC4"/>
      </a:lt2>
      <a:accent1>
        <a:srgbClr val="F2557A"/>
      </a:accent1>
      <a:accent2>
        <a:srgbClr val="FFFFFF"/>
      </a:accent2>
      <a:accent3>
        <a:srgbClr val="FFFFFF"/>
      </a:accent3>
      <a:accent4>
        <a:srgbClr val="FFFFFF"/>
      </a:accent4>
      <a:accent5>
        <a:srgbClr val="FFFFFF"/>
      </a:accent5>
      <a:accent6>
        <a:srgbClr val="FFFFFF"/>
      </a:accent6>
      <a:hlink>
        <a:srgbClr val="012C4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9EC1AB0-9704-404D-B6D3-819D938AC55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1D20B6E4-879E-4E6C-BDE7-261540CD3765}">
  <ds:schemaRefs>
    <ds:schemaRef ds:uri="http://schemas.microsoft.com/sharepoint/v3/contenttype/forms"/>
  </ds:schemaRefs>
</ds:datastoreItem>
</file>

<file path=customXml/itemProps3.xml><?xml version="1.0" encoding="utf-8"?>
<ds:datastoreItem xmlns:ds="http://schemas.openxmlformats.org/officeDocument/2006/customXml" ds:itemID="{94F21D10-BD83-491A-AAA6-945C2DB1EB0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Cellular Respiration and its Impact on Health Research Thesis Defense by Slidesgo</Template>
  <TotalTime>297</TotalTime>
  <Words>2442</Words>
  <Application>Microsoft Office PowerPoint</Application>
  <PresentationFormat>Widescreen</PresentationFormat>
  <Paragraphs>208</Paragraphs>
  <Slides>29</Slides>
  <Notes>2</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29</vt:i4>
      </vt:variant>
    </vt:vector>
  </HeadingPairs>
  <TitlesOfParts>
    <vt:vector size="42" baseType="lpstr">
      <vt:lpstr>Albert Sans</vt:lpstr>
      <vt:lpstr>Albert Sans Light</vt:lpstr>
      <vt:lpstr>Albert Sans Medium</vt:lpstr>
      <vt:lpstr>Arial</vt:lpstr>
      <vt:lpstr>Calibri</vt:lpstr>
      <vt:lpstr>DM Sans</vt:lpstr>
      <vt:lpstr>Mulish</vt:lpstr>
      <vt:lpstr>Nunito Light</vt:lpstr>
      <vt:lpstr>Poppins</vt:lpstr>
      <vt:lpstr>Proxima Nova</vt:lpstr>
      <vt:lpstr>Proxima Nova Semibold</vt:lpstr>
      <vt:lpstr>Cellular Respiration and its Impact on Health Research Thesis Defense by Slidesgo</vt:lpstr>
      <vt:lpstr>Slidesgo Final Pages</vt:lpstr>
      <vt:lpstr>Effectiveness of Monetary Policy Transmission in India</vt:lpstr>
      <vt:lpstr>Introduction </vt:lpstr>
      <vt:lpstr>Variable Definition</vt:lpstr>
      <vt:lpstr>PROBLEM STATEMENT</vt:lpstr>
      <vt:lpstr>METHODOLOGY</vt:lpstr>
      <vt:lpstr>Data and Sources</vt:lpstr>
      <vt:lpstr>Data and Sources</vt:lpstr>
      <vt:lpstr>Graphical Representation of data </vt:lpstr>
      <vt:lpstr>Econometric Models </vt:lpstr>
      <vt:lpstr>Hypothesis Testing</vt:lpstr>
      <vt:lpstr>Ordinary Least Squares (OLS)</vt:lpstr>
      <vt:lpstr>REGRESSION ANALYSIS</vt:lpstr>
      <vt:lpstr>MODEL 1 - Repo Rate and WALR (Contemporaneous Model) </vt:lpstr>
      <vt:lpstr>MODEL 1 - Repo Rate and WALR (Contemporaneous Model) </vt:lpstr>
      <vt:lpstr>Regression analysis using excel</vt:lpstr>
      <vt:lpstr>Key Findings of Model 1</vt:lpstr>
      <vt:lpstr>Model 2- Lagged Repo Rate and WALR (Delayed Transmission Model)</vt:lpstr>
      <vt:lpstr>ANOVA and regression Analysis </vt:lpstr>
      <vt:lpstr>Key Points and Findings </vt:lpstr>
      <vt:lpstr>Model 3- Current and Lagged Repo Rates with WALR (Dynamic Model)</vt:lpstr>
      <vt:lpstr>ANOVA and Regression Analysis</vt:lpstr>
      <vt:lpstr>Key Points and Findings </vt:lpstr>
      <vt:lpstr>Model 4 - Lagged WALR and Inflation (Price Transmission Model) </vt:lpstr>
      <vt:lpstr>Graph Showing Correlation between WALR(t-1) and CPI</vt:lpstr>
      <vt:lpstr>ANOVA and Regression Analysis</vt:lpstr>
      <vt:lpstr>Key Points and Findings</vt:lpstr>
      <vt:lpstr>Key Points and Findings</vt:lpstr>
      <vt:lpstr>Limitations of the Study</vt:lpstr>
      <vt:lpstr>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Effectiveness of Monetary Policy Transmission in India</dc:title>
  <dc:creator>Tushar Dey</dc:creator>
  <cp:lastModifiedBy>Tushar Dey</cp:lastModifiedBy>
  <cp:revision>28</cp:revision>
  <dcterms:created xsi:type="dcterms:W3CDTF">2025-12-15T19:17:01Z</dcterms:created>
  <dcterms:modified xsi:type="dcterms:W3CDTF">2025-12-16T04:11:58Z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